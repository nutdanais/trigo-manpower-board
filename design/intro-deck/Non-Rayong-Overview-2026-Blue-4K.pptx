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463040"/>
            <a:ext cx="748534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28800"/>
            <a:ext cx="4546397" cy="1343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460" b="1" spc="-22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46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460" b="1" spc="-22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2026.</a:t>
            </a:r>
            <a:endParaRPr lang="en-US" sz="446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61252"/>
            <a:ext cx="351312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708660" y="4023360"/>
            <a:ext cx="35567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1467755" y="4023360"/>
            <a:ext cx="388694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2257425" y="4023360"/>
            <a:ext cx="381288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9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732"/>
            <a:ext cx="1507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spc="26" kern="0" dirty="0">
                <a:solidFill>
                  <a:srgbClr val="6F8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 Quality Services (Thailand)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875064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700181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 after the April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929384"/>
            <a:ext cx="1545519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30" dirty="0"/>
          </a:p>
        </p:txBody>
      </p:sp>
      <p:sp>
        <p:nvSpPr>
          <p:cNvPr id="6" name="Text 3"/>
          <p:cNvSpPr txBox="1"/>
          <p:nvPr/>
        </p:nvSpPr>
        <p:spPr>
          <a:xfrm>
            <a:off x="3956066" y="1939957"/>
            <a:ext cx="32188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510135" y="1939957"/>
            <a:ext cx="35413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094065" y="1939957"/>
            <a:ext cx="344717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5925312" y="1874520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2160" dirty="0"/>
          </a:p>
        </p:txBody>
      </p:sp>
      <p:sp>
        <p:nvSpPr>
          <p:cNvPr id="10" name="Text 7"/>
          <p:cNvSpPr txBox="1"/>
          <p:nvPr/>
        </p:nvSpPr>
        <p:spPr>
          <a:xfrm>
            <a:off x="5925312" y="2194560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 −29%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5925312" y="2610612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160" dirty="0"/>
          </a:p>
        </p:txBody>
      </p:sp>
      <p:sp>
        <p:nvSpPr>
          <p:cNvPr id="12" name="Text 9"/>
          <p:cNvSpPr txBox="1"/>
          <p:nvPr/>
        </p:nvSpPr>
        <p:spPr>
          <a:xfrm>
            <a:off x="5925312" y="2930652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 36,653 h</a:t>
            </a:r>
            <a:endParaRPr lang="en-US" sz="720" dirty="0"/>
          </a:p>
        </p:txBody>
      </p:sp>
      <p:sp>
        <p:nvSpPr>
          <p:cNvPr id="13" name="Text 10"/>
          <p:cNvSpPr txBox="1"/>
          <p:nvPr/>
        </p:nvSpPr>
        <p:spPr>
          <a:xfrm>
            <a:off x="5925312" y="3346704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9C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216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3666744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925312" y="4073652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service hours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5925312" y="4288536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7973568" y="4288536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5925312" y="4485132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7973568" y="4485132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5925312" y="4681728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7973568" y="4681728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33859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920220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 BANGN leads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558150" y="2553462"/>
            <a:ext cx="1718340" cy="309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870" b="1" spc="-75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870" dirty="0"/>
          </a:p>
        </p:txBody>
      </p:sp>
      <p:sp>
        <p:nvSpPr>
          <p:cNvPr id="6" name="Text 3"/>
          <p:cNvSpPr txBox="1"/>
          <p:nvPr/>
        </p:nvSpPr>
        <p:spPr>
          <a:xfrm>
            <a:off x="558150" y="2791206"/>
            <a:ext cx="171834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66744"/>
            <a:ext cx="11923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60" dirty="0"/>
          </a:p>
        </p:txBody>
      </p:sp>
      <p:sp>
        <p:nvSpPr>
          <p:cNvPr id="8" name="Text 5"/>
          <p:cNvSpPr txBox="1"/>
          <p:nvPr/>
        </p:nvSpPr>
        <p:spPr>
          <a:xfrm>
            <a:off x="1945243" y="3666744"/>
            <a:ext cx="289013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6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879485"/>
            <a:ext cx="118274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60" dirty="0"/>
          </a:p>
        </p:txBody>
      </p:sp>
      <p:sp>
        <p:nvSpPr>
          <p:cNvPr id="10" name="Text 7"/>
          <p:cNvSpPr txBox="1"/>
          <p:nvPr/>
        </p:nvSpPr>
        <p:spPr>
          <a:xfrm>
            <a:off x="1936385" y="3879485"/>
            <a:ext cx="298580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092226"/>
            <a:ext cx="120712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1958959" y="4092226"/>
            <a:ext cx="274200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60" dirty="0"/>
          </a:p>
        </p:txBody>
      </p:sp>
      <p:sp>
        <p:nvSpPr>
          <p:cNvPr id="13" name="Text 10"/>
          <p:cNvSpPr txBox="1"/>
          <p:nvPr/>
        </p:nvSpPr>
        <p:spPr>
          <a:xfrm>
            <a:off x="2871216" y="1901952"/>
            <a:ext cx="432208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734056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4027075" y="2178701"/>
            <a:ext cx="34163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2734056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4093797" y="2393156"/>
            <a:ext cx="26957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2734056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4231958" y="2607612"/>
            <a:ext cx="12035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2734056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4238101" y="2822067"/>
            <a:ext cx="11372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2734056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4108228" y="3036522"/>
            <a:ext cx="25398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2734056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4094226" y="3250978"/>
            <a:ext cx="26910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2734056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4109514" y="3465433"/>
            <a:ext cx="2525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8" name="Text 25"/>
          <p:cNvSpPr txBox="1"/>
          <p:nvPr/>
        </p:nvSpPr>
        <p:spPr>
          <a:xfrm>
            <a:off x="2734056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9" name="Text 26"/>
          <p:cNvSpPr txBox="1"/>
          <p:nvPr/>
        </p:nvSpPr>
        <p:spPr>
          <a:xfrm>
            <a:off x="4118658" y="3679889"/>
            <a:ext cx="24272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30" name="Text 27"/>
          <p:cNvSpPr txBox="1"/>
          <p:nvPr/>
        </p:nvSpPr>
        <p:spPr>
          <a:xfrm>
            <a:off x="2688336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2688336" y="4190810"/>
            <a:ext cx="1921886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32" name="Text 29"/>
          <p:cNvSpPr txBox="1"/>
          <p:nvPr/>
        </p:nvSpPr>
        <p:spPr>
          <a:xfrm>
            <a:off x="4956048" y="1901952"/>
            <a:ext cx="464612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818888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6143482" y="2178701"/>
            <a:ext cx="30753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4818888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6170200" y="2393156"/>
            <a:ext cx="27867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4818888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6323648" y="2607612"/>
            <a:ext cx="11295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4818888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6277070" y="2822067"/>
            <a:ext cx="16325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4818888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6271355" y="3036522"/>
            <a:ext cx="1694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4818888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6198918" y="3250978"/>
            <a:ext cx="24766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4818888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6147911" y="3465433"/>
            <a:ext cx="30274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7" name="Text 44"/>
          <p:cNvSpPr txBox="1"/>
          <p:nvPr/>
        </p:nvSpPr>
        <p:spPr>
          <a:xfrm>
            <a:off x="4818888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8" name="Text 45"/>
          <p:cNvSpPr txBox="1"/>
          <p:nvPr/>
        </p:nvSpPr>
        <p:spPr>
          <a:xfrm>
            <a:off x="6199489" y="3679889"/>
            <a:ext cx="24704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50" name="Text 47"/>
          <p:cNvSpPr txBox="1"/>
          <p:nvPr/>
        </p:nvSpPr>
        <p:spPr>
          <a:xfrm>
            <a:off x="4773168" y="4190810"/>
            <a:ext cx="1921886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51" name="Text 48"/>
          <p:cNvSpPr txBox="1"/>
          <p:nvPr/>
        </p:nvSpPr>
        <p:spPr>
          <a:xfrm>
            <a:off x="7040880" y="1901952"/>
            <a:ext cx="462298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903720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8229314" y="2178701"/>
            <a:ext cx="30645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6903720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8276177" y="2393156"/>
            <a:ext cx="25583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6903720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8426339" y="2607612"/>
            <a:ext cx="936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6903720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8404908" y="2822067"/>
            <a:ext cx="11680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6903720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8354044" y="3036522"/>
            <a:ext cx="1717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6903720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8347901" y="3250978"/>
            <a:ext cx="17837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6903720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8292036" y="3465433"/>
            <a:ext cx="23871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6" name="Text 63"/>
          <p:cNvSpPr txBox="1"/>
          <p:nvPr/>
        </p:nvSpPr>
        <p:spPr>
          <a:xfrm>
            <a:off x="6903720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7" name="Text 64"/>
          <p:cNvSpPr txBox="1"/>
          <p:nvPr/>
        </p:nvSpPr>
        <p:spPr>
          <a:xfrm>
            <a:off x="8298752" y="3679889"/>
            <a:ext cx="23145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8" name="Text 65"/>
          <p:cNvSpPr txBox="1"/>
          <p:nvPr/>
        </p:nvSpPr>
        <p:spPr>
          <a:xfrm>
            <a:off x="6858000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9" name="Text 66"/>
          <p:cNvSpPr txBox="1"/>
          <p:nvPr/>
        </p:nvSpPr>
        <p:spPr>
          <a:xfrm>
            <a:off x="6858000" y="4190810"/>
            <a:ext cx="1921886" cy="270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1498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948354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 71% of service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929384"/>
            <a:ext cx="2076482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30" dirty="0"/>
          </a:p>
        </p:txBody>
      </p:sp>
      <p:sp>
        <p:nvSpPr>
          <p:cNvPr id="6" name="Text 3"/>
          <p:cNvSpPr txBox="1"/>
          <p:nvPr/>
        </p:nvSpPr>
        <p:spPr>
          <a:xfrm>
            <a:off x="4413266" y="1939957"/>
            <a:ext cx="32188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967335" y="1939957"/>
            <a:ext cx="35413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51265" y="1939957"/>
            <a:ext cx="344717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1892808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259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267712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 across the Ford and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Alliance plants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843784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59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3218688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 largest host, 38.1K h;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TMBP serves 11</a:t>
            </a:r>
            <a:endParaRPr lang="en-US" sz="720" dirty="0"/>
          </a:p>
        </p:txBody>
      </p:sp>
      <p:sp>
        <p:nvSpPr>
          <p:cNvPr id="13" name="Text 10"/>
          <p:cNvSpPr txBox="1"/>
          <p:nvPr/>
        </p:nvSpPr>
        <p:spPr>
          <a:xfrm>
            <a:off x="6428232" y="3794760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9C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259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4169664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 Jan → 1,488 h in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3435287"/>
            <a:ext cx="136945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746183"/>
            <a:ext cx="3357677" cy="538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70248"/>
            <a:ext cx="309981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11423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816836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 unit cost by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3946042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77453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825782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33274"/>
            <a:ext cx="2646639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97294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84562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85032" y="2340864"/>
            <a:ext cx="1262832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5962460" y="2351437"/>
            <a:ext cx="776463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37439" y="2351437"/>
            <a:ext cx="738195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76985" y="2351437"/>
            <a:ext cx="69684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4515993"/>
            <a:ext cx="5224150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728628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Drink mix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017123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 47.5% lower unit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3886480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2832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7585" y="2631900"/>
            <a:ext cx="17899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18224" y="2631900"/>
            <a:ext cx="21062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91222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17583" y="2915793"/>
            <a:ext cx="20059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45227" y="2915793"/>
            <a:ext cx="181463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9611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7585" y="3199686"/>
            <a:ext cx="17899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48513" y="3199686"/>
            <a:ext cx="1779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8000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71875" y="3483578"/>
            <a:ext cx="141961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4518" y="3483578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6389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54600" y="3767471"/>
            <a:ext cx="526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4518" y="3767471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47792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54600" y="4051364"/>
            <a:ext cx="526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4518" y="4051364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78037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3026093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401425"/>
            <a:ext cx="691286" cy="442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80"/>
              </a:lnSpc>
              <a:buNone/>
            </a:pPr>
            <a:r>
              <a:rPr lang="en-US" sz="1730" b="1" spc="-69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73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3500580"/>
            <a:ext cx="191585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2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960924"/>
            <a:ext cx="691286" cy="442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80"/>
              </a:lnSpc>
              <a:buNone/>
            </a:pPr>
            <a:r>
              <a:rPr lang="en-US" sz="1730" b="1" spc="-69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73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4060079"/>
            <a:ext cx="191585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3020949"/>
            <a:ext cx="136945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331845"/>
            <a:ext cx="3513125" cy="95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3170" dirty="0"/>
          </a:p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70248"/>
            <a:ext cx="309981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973819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992978" cy="714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 manual</a:t>
            </a:r>
            <a:endParaRPr lang="en-US" sz="2380" dirty="0"/>
          </a:p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47386"/>
            <a:ext cx="5382621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670048"/>
            <a:ext cx="1235674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26664"/>
            <a:ext cx="123567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277999" y="2670048"/>
            <a:ext cx="1044182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277999" y="3026664"/>
            <a:ext cx="104418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3665458" y="2688336"/>
            <a:ext cx="1371771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8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−87.5–90%</a:t>
            </a:r>
            <a:endParaRPr lang="en-US" sz="2160" dirty="0"/>
          </a:p>
        </p:txBody>
      </p:sp>
      <p:sp>
        <p:nvSpPr>
          <p:cNvPr id="11" name="Text 8"/>
          <p:cNvSpPr txBox="1"/>
          <p:nvPr/>
        </p:nvSpPr>
        <p:spPr>
          <a:xfrm>
            <a:off x="3665458" y="3008376"/>
            <a:ext cx="1371771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PER SERIAL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3490865"/>
            <a:ext cx="128381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1883664" y="3490865"/>
            <a:ext cx="126406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3490865"/>
            <a:ext cx="64190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10" dirty="0"/>
          </a:p>
        </p:txBody>
      </p:sp>
      <p:sp>
        <p:nvSpPr>
          <p:cNvPr id="15" name="Text 12"/>
          <p:cNvSpPr txBox="1"/>
          <p:nvPr/>
        </p:nvSpPr>
        <p:spPr>
          <a:xfrm>
            <a:off x="3831336" y="3430715"/>
            <a:ext cx="929945" cy="27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610" dirty="0"/>
          </a:p>
        </p:txBody>
      </p:sp>
      <p:sp>
        <p:nvSpPr>
          <p:cNvPr id="16" name="Text 13"/>
          <p:cNvSpPr txBox="1"/>
          <p:nvPr/>
        </p:nvSpPr>
        <p:spPr>
          <a:xfrm>
            <a:off x="4745736" y="3490865"/>
            <a:ext cx="740664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</a:t>
            </a:r>
            <a:endParaRPr lang="en-US" sz="610" dirty="0"/>
          </a:p>
        </p:txBody>
      </p:sp>
      <p:sp>
        <p:nvSpPr>
          <p:cNvPr id="17" name="Text 14"/>
          <p:cNvSpPr txBox="1"/>
          <p:nvPr/>
        </p:nvSpPr>
        <p:spPr>
          <a:xfrm>
            <a:off x="603504" y="3766471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LCBTH.26.0005</a:t>
            </a:r>
            <a:endParaRPr lang="en-US" sz="730" dirty="0"/>
          </a:p>
        </p:txBody>
      </p:sp>
      <p:sp>
        <p:nvSpPr>
          <p:cNvPr id="18" name="Text 15"/>
          <p:cNvSpPr txBox="1"/>
          <p:nvPr/>
        </p:nvSpPr>
        <p:spPr>
          <a:xfrm>
            <a:off x="1883664" y="3766471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3766471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831336" y="3766471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718304" y="3757327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4015073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LCBTH.26.0002</a:t>
            </a:r>
            <a:endParaRPr lang="en-US" sz="730" dirty="0"/>
          </a:p>
        </p:txBody>
      </p:sp>
      <p:sp>
        <p:nvSpPr>
          <p:cNvPr id="23" name="Text 20"/>
          <p:cNvSpPr txBox="1"/>
          <p:nvPr/>
        </p:nvSpPr>
        <p:spPr>
          <a:xfrm>
            <a:off x="1883664" y="4015073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145536" y="4015073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3831336" y="4015073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4718304" y="4005929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7" name="Text 24"/>
          <p:cNvSpPr txBox="1"/>
          <p:nvPr/>
        </p:nvSpPr>
        <p:spPr>
          <a:xfrm>
            <a:off x="603504" y="4263676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LCBTH.26.0027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1883664" y="4263676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3145536" y="4263676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263676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4718304" y="4254532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−90%</a:t>
            </a:r>
            <a:endParaRPr lang="en-US" sz="730" dirty="0"/>
          </a:p>
        </p:txBody>
      </p:sp>
      <p:sp>
        <p:nvSpPr>
          <p:cNvPr id="32" name="Text 29"/>
          <p:cNvSpPr txBox="1"/>
          <p:nvPr/>
        </p:nvSpPr>
        <p:spPr>
          <a:xfrm>
            <a:off x="603504" y="4512278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LCBTH.26.0007</a:t>
            </a:r>
            <a:endParaRPr lang="en-US" sz="730" dirty="0"/>
          </a:p>
        </p:txBody>
      </p:sp>
      <p:sp>
        <p:nvSpPr>
          <p:cNvPr id="33" name="Text 30"/>
          <p:cNvSpPr txBox="1"/>
          <p:nvPr/>
        </p:nvSpPr>
        <p:spPr>
          <a:xfrm>
            <a:off x="1883664" y="4512278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34" name="Text 31"/>
          <p:cNvSpPr txBox="1"/>
          <p:nvPr/>
        </p:nvSpPr>
        <p:spPr>
          <a:xfrm>
            <a:off x="3145536" y="4512278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35" name="Text 32"/>
          <p:cNvSpPr txBox="1"/>
          <p:nvPr/>
        </p:nvSpPr>
        <p:spPr>
          <a:xfrm>
            <a:off x="3831336" y="4512278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4503134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−88.9%</a:t>
            </a:r>
            <a:endParaRPr lang="en-US" sz="730" dirty="0"/>
          </a:p>
        </p:txBody>
      </p:sp>
      <p:sp>
        <p:nvSpPr>
          <p:cNvPr id="37" name="Text 34"/>
          <p:cNvSpPr txBox="1"/>
          <p:nvPr/>
        </p:nvSpPr>
        <p:spPr>
          <a:xfrm>
            <a:off x="603504" y="4777454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7771543" y="4754880"/>
            <a:ext cx="98847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9" name="Text 36"/>
          <p:cNvSpPr txBox="1"/>
          <p:nvPr/>
        </p:nvSpPr>
        <p:spPr>
          <a:xfrm>
            <a:off x="7330773" y="4896612"/>
            <a:ext cx="146450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042793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9299448" cy="714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 shopfloor</a:t>
            </a:r>
            <a:endParaRPr lang="en-US" sz="2380" dirty="0"/>
          </a:p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to customer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47386"/>
            <a:ext cx="5081418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250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250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9884"/>
            <a:ext cx="419647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771525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248118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 every inspection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4876964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9884"/>
            <a:ext cx="3838491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88720"/>
            <a:ext cx="90098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The two apps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572768"/>
            <a:ext cx="4339742" cy="1615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every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224546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230386"/>
            <a:ext cx="86117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09251" y="4230386"/>
            <a:ext cx="96888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2850" y="4230386"/>
            <a:ext cx="745139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203143" cy="11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660" dirty="0"/>
          </a:p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660" dirty="0"/>
          </a:p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board.</a:t>
            </a:r>
            <a:endParaRPr lang="en-US" sz="266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82192"/>
            <a:ext cx="3203143" cy="588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 onto</a:t>
            </a:r>
            <a:endParaRPr lang="en-US" sz="94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leave or standby, and everyone sees the</a:t>
            </a:r>
            <a:endParaRPr lang="en-US" sz="94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plan, live.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01139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2519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39369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565017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3989070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557570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823106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b="1" spc="55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b="1" spc="55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404836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404836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409798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869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90472"/>
            <a:ext cx="3616452" cy="10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66333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8852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513725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938921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827211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252407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7760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102799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513125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869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90472"/>
            <a:ext cx="3616452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 lot by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33372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75891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8296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75146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9759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92279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34684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915347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719779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become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3372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5891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8411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0930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9759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2279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4799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7318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97119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508760"/>
            <a:ext cx="3616452" cy="95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</a:t>
            </a:r>
            <a:endParaRPr lang="en-US" sz="3170" dirty="0"/>
          </a:p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502027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20415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93903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108371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47847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821335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35803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42854" y="1865376"/>
            <a:ext cx="128752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906435" y="1865376"/>
            <a:ext cx="1435808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1247" y="4389120"/>
            <a:ext cx="1092788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9574" y="4389120"/>
            <a:ext cx="66135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14487" y="3761327"/>
            <a:ext cx="18488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173" y="3761327"/>
            <a:ext cx="14919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2026-10-17T10:28:59Z</dcterms:created>
  <dcterms:modified xsi:type="dcterms:W3CDTF">2026-10-17T10:28:59Z</dcterms:modified>
</cp:coreProperties>
</file>