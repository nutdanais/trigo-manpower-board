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700784"/>
            <a:ext cx="402921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56816"/>
            <a:ext cx="4546397" cy="120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0"/>
              </a:lnSpc>
              <a:buNone/>
            </a:pPr>
            <a:r>
              <a:rPr lang="en-US" sz="4030" spc="-20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030" dirty="0"/>
          </a:p>
          <a:p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619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2026.</a:t>
            </a:r>
            <a:endParaRPr lang="en-US" sz="403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65824"/>
            <a:ext cx="4133088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402336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7" name="Text 4"/>
          <p:cNvSpPr txBox="1"/>
          <p:nvPr/>
        </p:nvSpPr>
        <p:spPr>
          <a:xfrm>
            <a:off x="1300734" y="402336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8" name="Text 5"/>
          <p:cNvSpPr txBox="1"/>
          <p:nvPr/>
        </p:nvSpPr>
        <p:spPr>
          <a:xfrm>
            <a:off x="2016252" y="402336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33185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647872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87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8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April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FA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103120"/>
            <a:ext cx="1657390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296108" y="2117265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836605" y="2117265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411105" y="2117265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2121408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245352" y="234986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C85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329863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45352" y="2837926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817924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36,653 h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245352" y="330598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353133"/>
            <a:ext cx="1649212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60" dirty="0"/>
          </a:p>
        </p:txBody>
      </p:sp>
      <p:sp>
        <p:nvSpPr>
          <p:cNvPr id="16" name="Text 13"/>
          <p:cNvSpPr txBox="1"/>
          <p:nvPr/>
        </p:nvSpPr>
        <p:spPr>
          <a:xfrm>
            <a:off x="6245352" y="3754041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QUARTERLY SERVICE HOURS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6245352" y="3962495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3962495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6245352" y="4159091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4159091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6245352" y="4355687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2" name="Text 19"/>
          <p:cNvSpPr txBox="1"/>
          <p:nvPr/>
        </p:nvSpPr>
        <p:spPr>
          <a:xfrm>
            <a:off x="7973568" y="4355687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60358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919603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BANGN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leads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387706" y="2816352"/>
            <a:ext cx="1876349" cy="285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730" b="1" spc="-6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730" dirty="0"/>
          </a:p>
        </p:txBody>
      </p:sp>
      <p:sp>
        <p:nvSpPr>
          <p:cNvPr id="6" name="Text 3"/>
          <p:cNvSpPr txBox="1"/>
          <p:nvPr/>
        </p:nvSpPr>
        <p:spPr>
          <a:xfrm>
            <a:off x="387706" y="3035808"/>
            <a:ext cx="187634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4041648"/>
            <a:ext cx="2780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263301" y="4041648"/>
            <a:ext cx="29117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770650" y="4041648"/>
            <a:ext cx="2601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2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2084832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11" name="Text 8"/>
          <p:cNvSpPr txBox="1"/>
          <p:nvPr/>
        </p:nvSpPr>
        <p:spPr>
          <a:xfrm>
            <a:off x="2633472" y="2278571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3952065" y="2278571"/>
            <a:ext cx="3535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2633472" y="2489311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4" name="Text 11"/>
          <p:cNvSpPr txBox="1"/>
          <p:nvPr/>
        </p:nvSpPr>
        <p:spPr>
          <a:xfrm>
            <a:off x="4016645" y="2489311"/>
            <a:ext cx="28376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2633472" y="2700052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4160663" y="2700052"/>
            <a:ext cx="1282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2633472" y="2910792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4176093" y="2910792"/>
            <a:ext cx="1115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2633472" y="3121533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4029361" y="3121533"/>
            <a:ext cx="27003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2633472" y="3332274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4021217" y="3332274"/>
            <a:ext cx="27882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2633472" y="3543014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4028646" y="3543014"/>
            <a:ext cx="2708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2633472" y="3753755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4037076" y="3753755"/>
            <a:ext cx="2617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2587752" y="4081653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2587752" y="4253675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29" name="Text 26"/>
          <p:cNvSpPr txBox="1"/>
          <p:nvPr/>
        </p:nvSpPr>
        <p:spPr>
          <a:xfrm>
            <a:off x="4846320" y="2084832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2278571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1" name="Text 28"/>
          <p:cNvSpPr txBox="1"/>
          <p:nvPr/>
        </p:nvSpPr>
        <p:spPr>
          <a:xfrm>
            <a:off x="6092904" y="2278571"/>
            <a:ext cx="3325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2489311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6127480" y="2489311"/>
            <a:ext cx="29518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2700052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6284928" y="2700052"/>
            <a:ext cx="1251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2910792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6246352" y="2910792"/>
            <a:ext cx="16680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4754880" y="3121533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6239637" y="3121533"/>
            <a:ext cx="17405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4754880" y="3332274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6161484" y="3332274"/>
            <a:ext cx="25846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4754880" y="3543014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6095048" y="3543014"/>
            <a:ext cx="3302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4754880" y="3753755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6165342" y="3753755"/>
            <a:ext cx="25429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4709160" y="4081653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47" name="Text 44"/>
          <p:cNvSpPr txBox="1"/>
          <p:nvPr/>
        </p:nvSpPr>
        <p:spPr>
          <a:xfrm>
            <a:off x="4709160" y="4253675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48" name="Text 45"/>
          <p:cNvSpPr txBox="1"/>
          <p:nvPr/>
        </p:nvSpPr>
        <p:spPr>
          <a:xfrm>
            <a:off x="6967728" y="2090690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  <p:sp>
        <p:nvSpPr>
          <p:cNvPr id="49" name="Text 46"/>
          <p:cNvSpPr txBox="1"/>
          <p:nvPr/>
        </p:nvSpPr>
        <p:spPr>
          <a:xfrm>
            <a:off x="6876288" y="2290286"/>
            <a:ext cx="603024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0" name="Text 47"/>
          <p:cNvSpPr txBox="1"/>
          <p:nvPr/>
        </p:nvSpPr>
        <p:spPr>
          <a:xfrm>
            <a:off x="8227600" y="2290286"/>
            <a:ext cx="31817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1" name="Text 48"/>
          <p:cNvSpPr txBox="1"/>
          <p:nvPr/>
        </p:nvSpPr>
        <p:spPr>
          <a:xfrm>
            <a:off x="6876288" y="2512743"/>
            <a:ext cx="64576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2" name="Text 49"/>
          <p:cNvSpPr txBox="1"/>
          <p:nvPr/>
        </p:nvSpPr>
        <p:spPr>
          <a:xfrm>
            <a:off x="8275463" y="2512743"/>
            <a:ext cx="266485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6876288" y="2735199"/>
            <a:ext cx="48019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8426768" y="2735199"/>
            <a:ext cx="10307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6876288" y="2957655"/>
            <a:ext cx="386843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8405765" y="2957655"/>
            <a:ext cx="12575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6876288" y="3180112"/>
            <a:ext cx="694990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8363617" y="3180112"/>
            <a:ext cx="17127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6876288" y="3402568"/>
            <a:ext cx="65764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8354901" y="3402568"/>
            <a:ext cx="180691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6876288" y="3625167"/>
            <a:ext cx="66736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8297609" y="3625167"/>
            <a:ext cx="242567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6876288" y="3847767"/>
            <a:ext cx="76164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8282321" y="3847767"/>
            <a:ext cx="25907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6830568" y="4187523"/>
            <a:ext cx="1876349" cy="193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6" name="Text 63"/>
          <p:cNvSpPr txBox="1"/>
          <p:nvPr/>
        </p:nvSpPr>
        <p:spPr>
          <a:xfrm>
            <a:off x="6830568" y="4365403"/>
            <a:ext cx="1963217" cy="276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6555957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6871973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71%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28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service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103120"/>
            <a:ext cx="2265506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478988" y="2117265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5019485" y="2117265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93985" y="2117265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2121408"/>
            <a:ext cx="226149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HIGHLIGHTS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417016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068312" y="2329863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Ford and Auto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Alliance plants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3039380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68312" y="2952226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host, 38.1K h; TMBP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11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3594592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68312" y="3574590"/>
            <a:ext cx="1642902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→ 1,488 h in Sep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2066544"/>
            <a:ext cx="372168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40864"/>
            <a:ext cx="4037699" cy="77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reduction.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20533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435548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751565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77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289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81689"/>
            <a:ext cx="5751565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48735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79706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04556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6E93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39859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788188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2322576"/>
            <a:ext cx="1362822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60" dirty="0"/>
          </a:p>
        </p:txBody>
      </p:sp>
      <p:sp>
        <p:nvSpPr>
          <p:cNvPr id="13" name="Text 10"/>
          <p:cNvSpPr txBox="1"/>
          <p:nvPr/>
        </p:nvSpPr>
        <p:spPr>
          <a:xfrm>
            <a:off x="5990320" y="2336721"/>
            <a:ext cx="7758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64728" y="2336721"/>
            <a:ext cx="7272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94130" y="2336721"/>
            <a:ext cx="69807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66744" y="4500991"/>
            <a:ext cx="526365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791067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DISTRIBUTION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6107083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D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47.5%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A77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lower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A8D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D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81689"/>
            <a:ext cx="6107083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9961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0870" y="2603183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07937" y="2603183"/>
            <a:ext cx="22173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883503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07296" y="2887075"/>
            <a:ext cx="21170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35797" y="2887075"/>
            <a:ext cx="19164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6739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0870" y="3170968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30654" y="3170968"/>
            <a:ext cx="197202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5128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68303" y="3454860"/>
            <a:ext cx="1458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1660" y="3454860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3518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63029" y="3738753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1660" y="3738753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1907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63029" y="4022646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1660" y="4022646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49319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2997375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262979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766560" y="3310128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6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71103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758184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6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2066544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40864"/>
            <a:ext cx="4339742" cy="1372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461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17322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41178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599297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C9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manual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78C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389442"/>
            <a:ext cx="5727802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61488"/>
            <a:ext cx="1327640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118104"/>
            <a:ext cx="1327640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363153" y="2761488"/>
            <a:ext cx="1118248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363153" y="3118104"/>
            <a:ext cx="111824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577019"/>
            <a:ext cx="1382573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</a:t>
            </a:r>
            <a:endParaRPr lang="en-US" sz="610" dirty="0"/>
          </a:p>
        </p:txBody>
      </p:sp>
      <p:sp>
        <p:nvSpPr>
          <p:cNvPr id="11" name="Text 8"/>
          <p:cNvSpPr txBox="1"/>
          <p:nvPr/>
        </p:nvSpPr>
        <p:spPr>
          <a:xfrm>
            <a:off x="1975104" y="3577019"/>
            <a:ext cx="1856598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MARKING</a:t>
            </a:r>
            <a:endParaRPr lang="en-US" sz="610" dirty="0"/>
          </a:p>
        </p:txBody>
      </p:sp>
      <p:sp>
        <p:nvSpPr>
          <p:cNvPr id="12" name="Text 9"/>
          <p:cNvSpPr txBox="1"/>
          <p:nvPr/>
        </p:nvSpPr>
        <p:spPr>
          <a:xfrm>
            <a:off x="3785616" y="3577019"/>
            <a:ext cx="790042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3577019"/>
            <a:ext cx="929945" cy="21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3849052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LCBTH.26.0005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1975104" y="3849052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6" name="Text 13"/>
          <p:cNvSpPr txBox="1"/>
          <p:nvPr/>
        </p:nvSpPr>
        <p:spPr>
          <a:xfrm>
            <a:off x="3785616" y="3849052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17" name="Text 14"/>
          <p:cNvSpPr txBox="1"/>
          <p:nvPr/>
        </p:nvSpPr>
        <p:spPr>
          <a:xfrm>
            <a:off x="4608576" y="3849052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4079367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LCBTH.26.0002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1975104" y="4079367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785616" y="4079367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608576" y="4079367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4309682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LCBTH.26.0027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1975104" y="4309682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785616" y="4309682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4608576" y="4309682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603504" y="4539996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LCBTH.26.0007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1975104" y="4539996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3785616" y="4539996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4608576" y="4539996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603504" y="4796028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1" name="Text 28"/>
          <p:cNvSpPr txBox="1"/>
          <p:nvPr/>
        </p:nvSpPr>
        <p:spPr>
          <a:xfrm>
            <a:off x="7752255" y="4754880"/>
            <a:ext cx="100930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2" name="Text 29"/>
          <p:cNvSpPr txBox="1"/>
          <p:nvPr/>
        </p:nvSpPr>
        <p:spPr>
          <a:xfrm>
            <a:off x="7339632" y="4896612"/>
            <a:ext cx="1454942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929944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A9D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shopfloor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B7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customer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E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389442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122676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338846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942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483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483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5312"/>
            <a:ext cx="417919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481328"/>
            <a:ext cx="5829489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73352"/>
            <a:ext cx="6145505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44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inspection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81689"/>
            <a:ext cx="6145505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5312"/>
            <a:ext cx="383833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2026-10-16T17:39:54Z</dcterms:created>
  <dcterms:modified xsi:type="dcterms:W3CDTF">2026-10-16T17:39:54Z</dcterms:modified>
</cp:coreProperties>
</file>