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600200"/>
            <a:ext cx="402921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56232"/>
            <a:ext cx="4546397" cy="1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0"/>
              </a:lnSpc>
              <a:buNone/>
            </a:pPr>
            <a:r>
              <a:rPr lang="en-US" sz="4030" spc="-20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030" dirty="0"/>
          </a:p>
          <a:p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619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2026.</a:t>
            </a:r>
            <a:endParaRPr lang="en-US" sz="403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065240"/>
            <a:ext cx="4133088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7" name="Text 4"/>
          <p:cNvSpPr txBox="1"/>
          <p:nvPr/>
        </p:nvSpPr>
        <p:spPr>
          <a:xfrm>
            <a:off x="1300734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8" name="Text 5"/>
          <p:cNvSpPr txBox="1"/>
          <p:nvPr/>
        </p:nvSpPr>
        <p:spPr>
          <a:xfrm>
            <a:off x="2016252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8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April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FA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1657390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29610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83660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41110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2066544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245352" y="229500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C85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274999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45352" y="2783062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63060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36,653 h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245352" y="325112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298269"/>
            <a:ext cx="1649212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60" dirty="0"/>
          </a:p>
        </p:txBody>
      </p:sp>
      <p:sp>
        <p:nvSpPr>
          <p:cNvPr id="16" name="Text 13"/>
          <p:cNvSpPr txBox="1"/>
          <p:nvPr/>
        </p:nvSpPr>
        <p:spPr>
          <a:xfrm>
            <a:off x="6245352" y="3699177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SERVICE HOURS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6245352" y="3907631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3907631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6245352" y="4104227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4104227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6245352" y="4300823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2" name="Text 19"/>
          <p:cNvSpPr txBox="1"/>
          <p:nvPr/>
        </p:nvSpPr>
        <p:spPr>
          <a:xfrm>
            <a:off x="7973568" y="4300823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BANGN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leads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387706" y="2816352"/>
            <a:ext cx="1876349" cy="285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730" b="1" spc="-6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730" dirty="0"/>
          </a:p>
        </p:txBody>
      </p:sp>
      <p:sp>
        <p:nvSpPr>
          <p:cNvPr id="6" name="Text 3"/>
          <p:cNvSpPr txBox="1"/>
          <p:nvPr/>
        </p:nvSpPr>
        <p:spPr>
          <a:xfrm>
            <a:off x="387706" y="3035808"/>
            <a:ext cx="187634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041648"/>
            <a:ext cx="2780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263301" y="4041648"/>
            <a:ext cx="29117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770650" y="4041648"/>
            <a:ext cx="2601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2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11" name="Text 8"/>
          <p:cNvSpPr txBox="1"/>
          <p:nvPr/>
        </p:nvSpPr>
        <p:spPr>
          <a:xfrm>
            <a:off x="2633472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3952065" y="2223707"/>
            <a:ext cx="3535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633472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4016645" y="2434447"/>
            <a:ext cx="28376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2633472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4160663" y="2645188"/>
            <a:ext cx="1282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2633472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4176093" y="2855928"/>
            <a:ext cx="1115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2633472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029361" y="3066669"/>
            <a:ext cx="27003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2633472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4021217" y="3277410"/>
            <a:ext cx="27882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2633472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4028646" y="3488150"/>
            <a:ext cx="2708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2633472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4037076" y="3698891"/>
            <a:ext cx="2617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2587752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2587752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29" name="Text 26"/>
          <p:cNvSpPr txBox="1"/>
          <p:nvPr/>
        </p:nvSpPr>
        <p:spPr>
          <a:xfrm>
            <a:off x="4846320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1" name="Text 28"/>
          <p:cNvSpPr txBox="1"/>
          <p:nvPr/>
        </p:nvSpPr>
        <p:spPr>
          <a:xfrm>
            <a:off x="6092904" y="2223707"/>
            <a:ext cx="3325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6127480" y="2434447"/>
            <a:ext cx="29518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6284928" y="2645188"/>
            <a:ext cx="1251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6246352" y="2855928"/>
            <a:ext cx="16680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4754880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6239637" y="3066669"/>
            <a:ext cx="17405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4754880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6161484" y="3277410"/>
            <a:ext cx="25846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4754880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6095048" y="3488150"/>
            <a:ext cx="3302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4754880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6165342" y="3698891"/>
            <a:ext cx="25429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4709160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48" name="Text 45"/>
          <p:cNvSpPr txBox="1"/>
          <p:nvPr/>
        </p:nvSpPr>
        <p:spPr>
          <a:xfrm>
            <a:off x="6967728" y="2035826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  <p:sp>
        <p:nvSpPr>
          <p:cNvPr id="49" name="Text 46"/>
          <p:cNvSpPr txBox="1"/>
          <p:nvPr/>
        </p:nvSpPr>
        <p:spPr>
          <a:xfrm>
            <a:off x="6876288" y="2235422"/>
            <a:ext cx="603024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0" name="Text 47"/>
          <p:cNvSpPr txBox="1"/>
          <p:nvPr/>
        </p:nvSpPr>
        <p:spPr>
          <a:xfrm>
            <a:off x="8227600" y="2235422"/>
            <a:ext cx="31817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1" name="Text 48"/>
          <p:cNvSpPr txBox="1"/>
          <p:nvPr/>
        </p:nvSpPr>
        <p:spPr>
          <a:xfrm>
            <a:off x="6876288" y="2457879"/>
            <a:ext cx="64576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2" name="Text 49"/>
          <p:cNvSpPr txBox="1"/>
          <p:nvPr/>
        </p:nvSpPr>
        <p:spPr>
          <a:xfrm>
            <a:off x="8275463" y="2457879"/>
            <a:ext cx="266485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6876288" y="2680335"/>
            <a:ext cx="48019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8426768" y="2680335"/>
            <a:ext cx="10307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6876288" y="2902791"/>
            <a:ext cx="386843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8405765" y="2902791"/>
            <a:ext cx="12575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6876288" y="3125248"/>
            <a:ext cx="694990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8363617" y="3125248"/>
            <a:ext cx="17127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6876288" y="3347704"/>
            <a:ext cx="65764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8354901" y="3347704"/>
            <a:ext cx="180691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6876288" y="3570303"/>
            <a:ext cx="66736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8297609" y="3570303"/>
            <a:ext cx="242567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6876288" y="3792903"/>
            <a:ext cx="76164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8282321" y="3792903"/>
            <a:ext cx="25907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6830568" y="4132659"/>
            <a:ext cx="1876349" cy="193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6" name="Text 63"/>
          <p:cNvSpPr txBox="1"/>
          <p:nvPr/>
        </p:nvSpPr>
        <p:spPr>
          <a:xfrm>
            <a:off x="6830568" y="4310539"/>
            <a:ext cx="1963217" cy="27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71%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service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2265506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47898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501948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9398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2066544"/>
            <a:ext cx="226149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HIGHLIGHTS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362152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68312" y="2274999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Ford and Auto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Alliance plants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2984516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68312" y="2897362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host, 38.1K h; TMBP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11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3539728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68312" y="3519726"/>
            <a:ext cx="1642902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→ 1,488 h in Sep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147718" cy="77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reduction.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74229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289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48735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79706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04556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6E93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9859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788188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2322576"/>
            <a:ext cx="1362822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60" dirty="0"/>
          </a:p>
        </p:txBody>
      </p:sp>
      <p:sp>
        <p:nvSpPr>
          <p:cNvPr id="13" name="Text 10"/>
          <p:cNvSpPr txBox="1"/>
          <p:nvPr/>
        </p:nvSpPr>
        <p:spPr>
          <a:xfrm>
            <a:off x="5990320" y="2336721"/>
            <a:ext cx="7758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64728" y="2336721"/>
            <a:ext cx="7272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94130" y="2336721"/>
            <a:ext cx="69807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66744" y="4500991"/>
            <a:ext cx="526365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DISTRIBUTION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D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47.5%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A7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lower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D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9961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0870" y="2603183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07937" y="2603183"/>
            <a:ext cx="22173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883503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07296" y="2887075"/>
            <a:ext cx="21170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35797" y="2887075"/>
            <a:ext cx="19164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6739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0870" y="3170968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30654" y="3170968"/>
            <a:ext cx="197202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5128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68303" y="3454860"/>
            <a:ext cx="1458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1660" y="3454860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3518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63029" y="3738753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1660" y="3738753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1907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63029" y="4022646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1660" y="4022646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49319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2997375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262979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3310128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6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71103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758184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6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339742" cy="1372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461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571018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541178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599297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manual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78C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5727802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96896"/>
            <a:ext cx="1327640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953512"/>
            <a:ext cx="1327640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63153" y="2596896"/>
            <a:ext cx="1118248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363153" y="2953512"/>
            <a:ext cx="111824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0715"/>
            <a:ext cx="1382573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610" dirty="0"/>
          </a:p>
        </p:txBody>
      </p:sp>
      <p:sp>
        <p:nvSpPr>
          <p:cNvPr id="11" name="Text 8"/>
          <p:cNvSpPr txBox="1"/>
          <p:nvPr/>
        </p:nvSpPr>
        <p:spPr>
          <a:xfrm>
            <a:off x="1975104" y="3430715"/>
            <a:ext cx="1856598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MARKING</a:t>
            </a:r>
            <a:endParaRPr lang="en-US" sz="610" dirty="0"/>
          </a:p>
        </p:txBody>
      </p:sp>
      <p:sp>
        <p:nvSpPr>
          <p:cNvPr id="12" name="Text 9"/>
          <p:cNvSpPr txBox="1"/>
          <p:nvPr/>
        </p:nvSpPr>
        <p:spPr>
          <a:xfrm>
            <a:off x="3785616" y="3430715"/>
            <a:ext cx="790042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3430715"/>
            <a:ext cx="929945" cy="21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3702749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LCBTH.26.0005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1975104" y="3702749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6" name="Text 13"/>
          <p:cNvSpPr txBox="1"/>
          <p:nvPr/>
        </p:nvSpPr>
        <p:spPr>
          <a:xfrm>
            <a:off x="3785616" y="3702749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17" name="Text 14"/>
          <p:cNvSpPr txBox="1"/>
          <p:nvPr/>
        </p:nvSpPr>
        <p:spPr>
          <a:xfrm>
            <a:off x="4608576" y="3702749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3933063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LCBTH.26.0002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1975104" y="3933063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785616" y="3933063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608576" y="3933063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163378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LCBTH.26.0027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1975104" y="4163378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785616" y="4163378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4608576" y="4163378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603504" y="4393692"/>
            <a:ext cx="1382573" cy="186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LCBTH.26.0007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1975104" y="4393692"/>
            <a:ext cx="185659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3785616" y="4393692"/>
            <a:ext cx="790042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4608576" y="4393692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603504" y="4649724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1" name="Text 28"/>
          <p:cNvSpPr txBox="1"/>
          <p:nvPr/>
        </p:nvSpPr>
        <p:spPr>
          <a:xfrm>
            <a:off x="7752255" y="4754880"/>
            <a:ext cx="100930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7339632" y="4896612"/>
            <a:ext cx="1454942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929944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A9D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shopfloor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B7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483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483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5312"/>
            <a:ext cx="417919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4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inspection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5312"/>
            <a:ext cx="383833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2026-10-16T17:59:43Z</dcterms:created>
  <dcterms:modified xsi:type="dcterms:W3CDTF">2026-10-16T17:59:43Z</dcterms:modified>
</cp:coreProperties>
</file>