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600200"/>
            <a:ext cx="402921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56232"/>
            <a:ext cx="4546397" cy="120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0"/>
              </a:lnSpc>
              <a:buNone/>
            </a:pPr>
            <a:r>
              <a:rPr lang="en-US" sz="4030" spc="-20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030" dirty="0"/>
          </a:p>
          <a:p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0E4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144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195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1E5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369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770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B7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3683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4A8D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5995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679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74A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7DA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03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065240"/>
            <a:ext cx="4133088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7" name="Text 4"/>
          <p:cNvSpPr txBox="1"/>
          <p:nvPr/>
        </p:nvSpPr>
        <p:spPr>
          <a:xfrm>
            <a:off x="1300734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8" name="Text 5"/>
          <p:cNvSpPr txBox="1"/>
          <p:nvPr/>
        </p:nvSpPr>
        <p:spPr>
          <a:xfrm>
            <a:off x="2016252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</p:spTree>
  </p:cSld>
  <p:clrMapOvr>
    <a:masterClrMapping/>
  </p:clrMapOvr>
  <p:transition spd="med">
    <p:push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D3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95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E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369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77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C7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A8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68B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F9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59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A9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69B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D9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6A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D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048256"/>
            <a:ext cx="1657390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296108" y="2062401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836605" y="2062401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411105" y="2062401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2066544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245352" y="2295001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C85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274999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45352" y="2783062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63060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36,653 h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245352" y="3251121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298269"/>
            <a:ext cx="1649212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60" dirty="0"/>
          </a:p>
        </p:txBody>
      </p:sp>
      <p:sp>
        <p:nvSpPr>
          <p:cNvPr id="16" name="Text 13"/>
          <p:cNvSpPr txBox="1"/>
          <p:nvPr/>
        </p:nvSpPr>
        <p:spPr>
          <a:xfrm>
            <a:off x="6245352" y="3699177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QUARTERLY SERVICE HOURS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6245352" y="3907631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3907631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6245352" y="4104227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4104227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6245352" y="4300823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2" name="Text 19"/>
          <p:cNvSpPr txBox="1"/>
          <p:nvPr/>
        </p:nvSpPr>
        <p:spPr>
          <a:xfrm>
            <a:off x="7973568" y="4300823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  <p:transition spd="med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D3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56E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87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C7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28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A85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7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09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59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D97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299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0A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8A5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E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387706" y="2816352"/>
            <a:ext cx="1876349" cy="285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730" b="1" spc="-6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730" dirty="0"/>
          </a:p>
        </p:txBody>
      </p:sp>
      <p:sp>
        <p:nvSpPr>
          <p:cNvPr id="6" name="Text 3"/>
          <p:cNvSpPr txBox="1"/>
          <p:nvPr/>
        </p:nvSpPr>
        <p:spPr>
          <a:xfrm>
            <a:off x="387706" y="3035808"/>
            <a:ext cx="187634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4041648"/>
            <a:ext cx="2780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263301" y="4041648"/>
            <a:ext cx="29117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770650" y="4041648"/>
            <a:ext cx="2601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2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2029968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11" name="Text 8"/>
          <p:cNvSpPr txBox="1"/>
          <p:nvPr/>
        </p:nvSpPr>
        <p:spPr>
          <a:xfrm>
            <a:off x="2633472" y="2223707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3952065" y="2223707"/>
            <a:ext cx="3535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2633472" y="2434447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4" name="Text 11"/>
          <p:cNvSpPr txBox="1"/>
          <p:nvPr/>
        </p:nvSpPr>
        <p:spPr>
          <a:xfrm>
            <a:off x="4016645" y="2434447"/>
            <a:ext cx="28376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2633472" y="2645188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4160663" y="2645188"/>
            <a:ext cx="1282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2633472" y="2855928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4176093" y="2855928"/>
            <a:ext cx="1115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2633472" y="3066669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4029361" y="3066669"/>
            <a:ext cx="27003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2633472" y="3277410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4021217" y="3277410"/>
            <a:ext cx="27882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2633472" y="3488150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4028646" y="3488150"/>
            <a:ext cx="2708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2633472" y="3698891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4037076" y="3698891"/>
            <a:ext cx="2617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2587752" y="4026789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2587752" y="4198811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29" name="Text 26"/>
          <p:cNvSpPr txBox="1"/>
          <p:nvPr/>
        </p:nvSpPr>
        <p:spPr>
          <a:xfrm>
            <a:off x="4846320" y="2029968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2223707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1" name="Text 28"/>
          <p:cNvSpPr txBox="1"/>
          <p:nvPr/>
        </p:nvSpPr>
        <p:spPr>
          <a:xfrm>
            <a:off x="6092904" y="2223707"/>
            <a:ext cx="3325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2434447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6127480" y="2434447"/>
            <a:ext cx="29518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2645188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6284928" y="2645188"/>
            <a:ext cx="1251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2855928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6246352" y="2855928"/>
            <a:ext cx="16680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4754880" y="3066669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6239637" y="3066669"/>
            <a:ext cx="17405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4754880" y="3277410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6161484" y="3277410"/>
            <a:ext cx="25846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4754880" y="3488150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6095048" y="3488150"/>
            <a:ext cx="3302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4754880" y="3698891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6165342" y="3698891"/>
            <a:ext cx="25429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4709160" y="4026789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47" name="Text 44"/>
          <p:cNvSpPr txBox="1"/>
          <p:nvPr/>
        </p:nvSpPr>
        <p:spPr>
          <a:xfrm>
            <a:off x="4709160" y="4198811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48" name="Text 45"/>
          <p:cNvSpPr txBox="1"/>
          <p:nvPr/>
        </p:nvSpPr>
        <p:spPr>
          <a:xfrm>
            <a:off x="6967728" y="2035826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  <p:sp>
        <p:nvSpPr>
          <p:cNvPr id="49" name="Text 46"/>
          <p:cNvSpPr txBox="1"/>
          <p:nvPr/>
        </p:nvSpPr>
        <p:spPr>
          <a:xfrm>
            <a:off x="6876288" y="2235422"/>
            <a:ext cx="603024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0" name="Text 47"/>
          <p:cNvSpPr txBox="1"/>
          <p:nvPr/>
        </p:nvSpPr>
        <p:spPr>
          <a:xfrm>
            <a:off x="8227600" y="2235422"/>
            <a:ext cx="31817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1" name="Text 48"/>
          <p:cNvSpPr txBox="1"/>
          <p:nvPr/>
        </p:nvSpPr>
        <p:spPr>
          <a:xfrm>
            <a:off x="6876288" y="2457879"/>
            <a:ext cx="64576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2" name="Text 49"/>
          <p:cNvSpPr txBox="1"/>
          <p:nvPr/>
        </p:nvSpPr>
        <p:spPr>
          <a:xfrm>
            <a:off x="8275463" y="2457879"/>
            <a:ext cx="266485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6876288" y="2680335"/>
            <a:ext cx="48019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8426768" y="2680335"/>
            <a:ext cx="10307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6876288" y="2902791"/>
            <a:ext cx="386843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8405765" y="2902791"/>
            <a:ext cx="12575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6876288" y="3125248"/>
            <a:ext cx="694990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8363617" y="3125248"/>
            <a:ext cx="17127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6876288" y="3347704"/>
            <a:ext cx="65764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8354901" y="3347704"/>
            <a:ext cx="180691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6876288" y="3570303"/>
            <a:ext cx="66736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8297609" y="3570303"/>
            <a:ext cx="242567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6876288" y="3792903"/>
            <a:ext cx="76164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8282321" y="3792903"/>
            <a:ext cx="25907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6830568" y="4132659"/>
            <a:ext cx="1876349" cy="193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6" name="Text 63"/>
          <p:cNvSpPr txBox="1"/>
          <p:nvPr/>
        </p:nvSpPr>
        <p:spPr>
          <a:xfrm>
            <a:off x="6830568" y="4310539"/>
            <a:ext cx="1963217" cy="276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  <p:transition spd="med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D3E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C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063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97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C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381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985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0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98D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69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F98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99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0A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8A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D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048256"/>
            <a:ext cx="2265506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478988" y="2062401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5019485" y="2062401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93985" y="2062401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2066544"/>
            <a:ext cx="226149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HIGHLIGHTS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362152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068312" y="2274999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Ford and Auto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Alliance plants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2984516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68312" y="2897362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host, 38.1K h; TMBP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11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3539728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68312" y="3519726"/>
            <a:ext cx="1642902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→ 1,488 h in Sep</a:t>
            </a:r>
            <a:endParaRPr lang="en-US" sz="760" dirty="0"/>
          </a:p>
        </p:txBody>
      </p:sp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92024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94560"/>
            <a:ext cx="4147718" cy="77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0E3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154E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1E60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2772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381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438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4D8F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5B9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6FA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7CA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74229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1080" dirty="0"/>
          </a:p>
        </p:txBody>
      </p:sp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E3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A57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063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56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A77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F7F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C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8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79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3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DA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48735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79706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04556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6E93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39859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788188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2322576"/>
            <a:ext cx="1362822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60" dirty="0"/>
          </a:p>
        </p:txBody>
      </p:sp>
      <p:sp>
        <p:nvSpPr>
          <p:cNvPr id="13" name="Text 10"/>
          <p:cNvSpPr txBox="1"/>
          <p:nvPr/>
        </p:nvSpPr>
        <p:spPr>
          <a:xfrm>
            <a:off x="5990320" y="2336721"/>
            <a:ext cx="7758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64728" y="2336721"/>
            <a:ext cx="7272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94130" y="2336721"/>
            <a:ext cx="69807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66744" y="4500991"/>
            <a:ext cx="526365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  <p:transition spd="med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DISTRIBUTION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D3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146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6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16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46C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97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F7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68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18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A8D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59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09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99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1A1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9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E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9961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0870" y="2603183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07937" y="2603183"/>
            <a:ext cx="22173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883503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07296" y="2887075"/>
            <a:ext cx="21170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35797" y="2887075"/>
            <a:ext cx="19164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6739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0870" y="3170968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30654" y="3170968"/>
            <a:ext cx="197202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5128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68303" y="3454860"/>
            <a:ext cx="1458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1660" y="3454860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3518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63029" y="3738753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1660" y="3738753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1907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63029" y="4022646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1660" y="4022646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49319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2997375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262979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766560" y="3310128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6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71103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758184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6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  <p:transition spd="med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92024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94560"/>
            <a:ext cx="4339742" cy="1372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461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0F4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165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1E5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266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2C7B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0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D87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4F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609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71A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7CA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571018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1080" dirty="0"/>
          </a:p>
        </p:txBody>
      </p:sp>
    </p:spTree>
  </p:cSld>
  <p:clrMapOvr>
    <a:masterClrMapping/>
  </p:clrMapOvr>
  <p:transition spd="med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541178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599297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E9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69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C9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3A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9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E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C3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F42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95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F6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26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97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C7B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F8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48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B8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189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68B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B8E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592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B9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09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60258"/>
            <a:ext cx="5727802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670048"/>
            <a:ext cx="1327640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26664"/>
            <a:ext cx="1327640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363153" y="2670048"/>
            <a:ext cx="1118248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363153" y="3026664"/>
            <a:ext cx="111824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3819192" y="2688336"/>
            <a:ext cx="143688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8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−87.5–90%</a:t>
            </a:r>
            <a:endParaRPr lang="en-US" sz="2160" dirty="0"/>
          </a:p>
        </p:txBody>
      </p:sp>
      <p:sp>
        <p:nvSpPr>
          <p:cNvPr id="11" name="Text 8"/>
          <p:cNvSpPr txBox="1"/>
          <p:nvPr/>
        </p:nvSpPr>
        <p:spPr>
          <a:xfrm>
            <a:off x="3819192" y="3008376"/>
            <a:ext cx="143688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PER SERIAL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3430715"/>
            <a:ext cx="1283818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1883664" y="3430715"/>
            <a:ext cx="1264067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MARKING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3430715"/>
            <a:ext cx="641909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10" dirty="0"/>
          </a:p>
        </p:txBody>
      </p:sp>
      <p:sp>
        <p:nvSpPr>
          <p:cNvPr id="15" name="Text 12"/>
          <p:cNvSpPr txBox="1"/>
          <p:nvPr/>
        </p:nvSpPr>
        <p:spPr>
          <a:xfrm>
            <a:off x="3831336" y="3430715"/>
            <a:ext cx="929945" cy="21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610" dirty="0"/>
          </a:p>
        </p:txBody>
      </p:sp>
      <p:sp>
        <p:nvSpPr>
          <p:cNvPr id="16" name="Text 13"/>
          <p:cNvSpPr txBox="1"/>
          <p:nvPr/>
        </p:nvSpPr>
        <p:spPr>
          <a:xfrm>
            <a:off x="4745736" y="3430715"/>
            <a:ext cx="740664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SAVED</a:t>
            </a:r>
            <a:endParaRPr lang="en-US" sz="610" dirty="0"/>
          </a:p>
        </p:txBody>
      </p:sp>
      <p:sp>
        <p:nvSpPr>
          <p:cNvPr id="17" name="Text 14"/>
          <p:cNvSpPr txBox="1"/>
          <p:nvPr/>
        </p:nvSpPr>
        <p:spPr>
          <a:xfrm>
            <a:off x="603504" y="3702749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LCBTH.26.0005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1883664" y="3702749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3702749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831336" y="3702749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718304" y="3702749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3951351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LCBTH.26.0002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1883664" y="3951351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145536" y="3951351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3831336" y="3951351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4718304" y="3951351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7" name="Text 24"/>
          <p:cNvSpPr txBox="1"/>
          <p:nvPr/>
        </p:nvSpPr>
        <p:spPr>
          <a:xfrm>
            <a:off x="603504" y="4199954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LCBTH.26.0027</a:t>
            </a:r>
            <a:endParaRPr lang="en-US" sz="710" dirty="0"/>
          </a:p>
        </p:txBody>
      </p:sp>
      <p:sp>
        <p:nvSpPr>
          <p:cNvPr id="28" name="Text 25"/>
          <p:cNvSpPr txBox="1"/>
          <p:nvPr/>
        </p:nvSpPr>
        <p:spPr>
          <a:xfrm>
            <a:off x="1883664" y="4199954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3145536" y="4199954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199954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4718304" y="4199954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−90%</a:t>
            </a:r>
            <a:endParaRPr lang="en-US" sz="730" dirty="0"/>
          </a:p>
        </p:txBody>
      </p:sp>
      <p:sp>
        <p:nvSpPr>
          <p:cNvPr id="32" name="Text 29"/>
          <p:cNvSpPr txBox="1"/>
          <p:nvPr/>
        </p:nvSpPr>
        <p:spPr>
          <a:xfrm>
            <a:off x="603504" y="4448556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LCBTH.26.0007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1883664" y="4448556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34" name="Text 31"/>
          <p:cNvSpPr txBox="1"/>
          <p:nvPr/>
        </p:nvSpPr>
        <p:spPr>
          <a:xfrm>
            <a:off x="3145536" y="4448556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35" name="Text 32"/>
          <p:cNvSpPr txBox="1"/>
          <p:nvPr/>
        </p:nvSpPr>
        <p:spPr>
          <a:xfrm>
            <a:off x="3831336" y="4448556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4448556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−88.9%</a:t>
            </a:r>
            <a:endParaRPr lang="en-US" sz="730" dirty="0"/>
          </a:p>
        </p:txBody>
      </p:sp>
      <p:sp>
        <p:nvSpPr>
          <p:cNvPr id="37" name="Text 34"/>
          <p:cNvSpPr txBox="1"/>
          <p:nvPr/>
        </p:nvSpPr>
        <p:spPr>
          <a:xfrm>
            <a:off x="603504" y="4722876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7752255" y="4754880"/>
            <a:ext cx="100930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9" name="Text 36"/>
          <p:cNvSpPr txBox="1"/>
          <p:nvPr/>
        </p:nvSpPr>
        <p:spPr>
          <a:xfrm>
            <a:off x="7339632" y="4896612"/>
            <a:ext cx="1454942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  <p:transition spd="med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929944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89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D97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299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C9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FA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3A2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9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DA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C3C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F4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146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85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A57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D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F6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26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56D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77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97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B7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F7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583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A8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F8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38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98D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E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39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693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B9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E9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60258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483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483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9884"/>
            <a:ext cx="417919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  <p:transition spd="med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0D3E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045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44C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A5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60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16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5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874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C7B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28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9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D87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38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B8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492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5B96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39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B9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1A1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8A4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7E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9884"/>
            <a:ext cx="383833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  <p:transition spd="med">
    <p:push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0F43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2165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2874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4B8E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5F98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70A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7CA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  <p:transition spd="med">
    <p:push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0F4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2165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2D7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3E8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19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609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6FA0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7CA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  <p:transition spd="med">
    <p:push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0E3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75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B5A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F6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4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87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D7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358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289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995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F98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689C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74A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7DA7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  <p:transition spd="med">
    <p:push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044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46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358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3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191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6A9D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7CA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  <p:transition spd="med">
    <p:push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0E40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44C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A5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165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77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D7E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388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43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191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199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C9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77A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7DA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  <p:transition spd="med">
    <p:push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0D3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A78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378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38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492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6299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71A1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7CA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  <p:transition spd="med">
    <p:push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0D3E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44C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D5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975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388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4E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D9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70A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7CA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  <p:transition spd="med">
    <p:push dir="r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0E3F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E5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46C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B79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3583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3B86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438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4F9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794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F98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B9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76A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7DA7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0E41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D5D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236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2C7B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3985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498D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89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679C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74A2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7CA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D7E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378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378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  <p:transition spd="med">
    <p:push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2026-10-17T14:31:27Z</dcterms:created>
  <dcterms:modified xsi:type="dcterms:W3CDTF">2026-10-17T14:31:27Z</dcterms:modified>
</cp:coreProperties>
</file>