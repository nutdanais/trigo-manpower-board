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· The two apps
Two internal tools, built for our sites. Same sign-in domain, same look, both installable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 · Manpower: the daily board
Each card is a person, each column a mission with host, customer, shift and engineer. The tiles on top always add up: assigned plus leave plus standby equals total. The phone shows a forecast day being merged, one clash at a time: keep the carried-over plan or use the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· Manpower: planning ahead
Capacity compares demand per host with the people available. In the example, Wednesday 21/10 needs 40 against 36, so it shows 4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· Manpower: what managers see
Overview answers "is everyone placed?" first, then the numbers. Every chart has the exact figures on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· Inventory: the system
Rayong and Amata warehouses, one at a time or both. The dashboard opens on what needs attention: out of stock, calibration overdue, returns late, parts aged over 60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 · Inventory: the engineer's day
The same flow works for consumables (issue from stock) and customer parts (deliveries in and out). Camera scanning works in Chrome and Edge; a handheld scanner works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· Inventory: customer parts
Parts are tracked by the customer's part number, mission number and responsible engineer. A delivery due today shows on the To-Do list and in the bell until someone confirms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 · Inventory: for management
Usage compares this period with the average of the previous three months. Open a site to see who issued what there. It is a fact to review, not a ranking of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· On your phone
New accounts are approved once by an admin. After installing, the app opens full screen from the home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: Inventory dashboard and Manpower Board screensho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831702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QUALITY SOLUTION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63040"/>
            <a:ext cx="4339742" cy="160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apps for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we</a:t>
            </a:r>
            <a:endParaRPr lang="en-US" sz="3740" dirty="0"/>
          </a:p>
          <a:p>
            <a:pPr algn="l" indent="0" marL="0">
              <a:lnSpc>
                <a:spcPts val="3820"/>
              </a:lnSpc>
              <a:buNone/>
            </a:pPr>
            <a:r>
              <a:rPr lang="en-US" sz="3740" spc="-187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0F4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2165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2874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318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4B8E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5F98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70A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3820"/>
              </a:lnSpc>
              <a:buNone/>
            </a:pPr>
            <a:r>
              <a:rPr lang="en-US" sz="3740" b="1" spc="-187" kern="0" dirty="0">
                <a:solidFill>
                  <a:srgbClr val="7C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74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100673"/>
            <a:ext cx="3926434" cy="88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Manpower Board plans who goes where. The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 System tracks tools, parts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consumables. Both run in the browser and on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745379" y="4106513"/>
            <a:ext cx="866731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2014395" y="4106513"/>
            <a:ext cx="962400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790" dirty="0"/>
          </a:p>
        </p:txBody>
      </p:sp>
      <p:sp>
        <p:nvSpPr>
          <p:cNvPr id="8" name="Text 5"/>
          <p:cNvSpPr txBox="1"/>
          <p:nvPr/>
        </p:nvSpPr>
        <p:spPr>
          <a:xfrm>
            <a:off x="3371993" y="4106513"/>
            <a:ext cx="741127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your phone</a:t>
            </a:r>
            <a:endParaRPr lang="en-US" sz="790" dirty="0"/>
          </a:p>
        </p:txBody>
      </p:sp>
    </p:spTree>
  </p:cSld>
  <p:clrMapOvr>
    <a:masterClrMapping/>
  </p:clrMapOvr>
  <p:transition spd="med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Board on desktop with the forecast merge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74539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203143" cy="1199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Tomorrow's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crew, planned</a:t>
            </a:r>
            <a:endParaRPr lang="en-US" sz="2810" dirty="0"/>
          </a:p>
          <a:p>
            <a:pPr algn="l" indent="0" marL="0">
              <a:lnSpc>
                <a:spcPts val="2860"/>
              </a:lnSpc>
              <a:buNone/>
            </a:pPr>
            <a:r>
              <a:rPr lang="en-US" sz="2810" spc="-14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0F4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2165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2D7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3E87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519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609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6FA0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ts val="2860"/>
              </a:lnSpc>
              <a:buNone/>
            </a:pPr>
            <a:r>
              <a:rPr lang="en-US" sz="2810" b="1" spc="-140" kern="0" dirty="0">
                <a:solidFill>
                  <a:srgbClr val="7CA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1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63619"/>
            <a:ext cx="3203143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magnet board, made digital. Drag people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 missions, leave or standby, and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sees the same plan, live.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3464862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and drop planning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888915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go, what to wear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4457414"/>
            <a:ext cx="2607137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a finished plan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3628739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board per site, one card per person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4052792"/>
            <a:ext cx="2727838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host name opens Google Maps; PPE is on the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4621292"/>
            <a:ext cx="2607137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bumps it by accident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acity grid with two short day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337926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823106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weeks ahead,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0E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24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75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B5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F61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4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87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D7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358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289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090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99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F9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689C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74A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7DA7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over the last working day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days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319966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click, then change only what moved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Tentative plans kept apart, merged with a side-by-side review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someone another engineer planned and they are told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319966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JPG, PDF and Excel, plus the org chart as PowerPoint</a:t>
            </a:r>
            <a:endParaRPr lang="en-US" sz="81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ENGINEERS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638544" y="4215384"/>
            <a:ext cx="2212116" cy="135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20"/>
              </a:lnSpc>
              <a:buNone/>
            </a:pPr>
            <a:r>
              <a:rPr lang="en-US" sz="680" spc="96" kern="0" dirty="0">
                <a:solidFill>
                  <a:srgbClr val="2E7F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MANAGEMENT</a:t>
            </a:r>
            <a:endParaRPr lang="en-US" sz="68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people each host needs per day.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grid shows every short day as you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type.</a:t>
            </a:r>
            <a:endParaRPr lang="en-US" sz="830" dirty="0"/>
          </a:p>
        </p:txBody>
      </p:sp>
      <p:sp>
        <p:nvSpPr>
          <p:cNvPr id="16" name="Text 13"/>
          <p:cNvSpPr txBox="1"/>
          <p:nvPr/>
        </p:nvSpPr>
        <p:spPr>
          <a:xfrm>
            <a:off x="6638544" y="4374404"/>
            <a:ext cx="2314529" cy="520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days show in red weeks before they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happen, with the worst day and peak</a:t>
            </a:r>
            <a:endParaRPr lang="en-US" sz="830" dirty="0"/>
          </a:p>
          <a:p>
            <a:pPr algn="l" indent="0" marL="0">
              <a:lnSpc>
                <a:spcPts val="1240"/>
              </a:lnSpc>
              <a:buNone/>
            </a:pPr>
            <a:r>
              <a:rPr lang="en-US" sz="83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on top.</a:t>
            </a:r>
            <a:endParaRPr lang="en-US" sz="830" dirty="0"/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npower Overview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294290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MANPOWER BOARD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409798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crew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044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A57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4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358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3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191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6A9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7CA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you can trust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staff named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board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80464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workload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staff who were not called stay out of the figure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staff with no mission, listed by board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Missions, headcount, leave and idle side by side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80464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over time and missions per engineer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ventory dashboard with the cart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107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tool, part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consumable,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0E40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44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A5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165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77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D7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388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43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19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19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C9E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7A4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DA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589467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3014663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Calibration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43985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Parts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865054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 and Audit Trail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75334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per warehouse against its safety level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3178540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Borrow, return and calibration due dates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60373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 per lot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4028932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in one queue, every change on record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ols and Calibration list on desktop and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04166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513125" cy="772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590" spc="-13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 a tool</a:t>
            </a:r>
            <a:endParaRPr lang="en-US" sz="2590" dirty="0"/>
          </a:p>
          <a:p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0D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249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1D5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2A78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378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43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5492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6299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71A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640"/>
              </a:lnSpc>
              <a:buNone/>
            </a:pPr>
            <a:r>
              <a:rPr lang="en-US" sz="2590" b="1" spc="-130" kern="0" dirty="0">
                <a:solidFill>
                  <a:srgbClr val="7CA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9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82000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707196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32392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it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57588"/>
            <a:ext cx="290340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it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45877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or scan the barcode with your phone camera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71073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valid-to date and usable range on every tool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96269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the cart and send one request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21465"/>
            <a:ext cx="290340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returns are flagged, so nothing goes missing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ustomer Parts table with a delivery to confirm on a ph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790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5486400" y="1426464"/>
            <a:ext cx="3616452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parts,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0D3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44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D5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97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388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4E8F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D97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0A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CA6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5907024" y="2263140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status per lot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5907024" y="2688336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parts flagged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5907024" y="31123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 in and out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5907024" y="3680889"/>
            <a:ext cx="3002158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what really arrived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5907024" y="2427018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NG, Sorting and Hold, with the total and the lots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5907024" y="2852214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past the aged threshold, red past twice it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5907024" y="3276267"/>
            <a:ext cx="3141147" cy="33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parts on one Asset In-Out Form; booked stock is</a:t>
            </a:r>
            <a:endParaRPr lang="en-US" sz="81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5907024" y="3844766"/>
            <a:ext cx="3002158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quantities per line; any difference goes in the log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sumables and Usage scree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239171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&amp; QUALITY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26464"/>
            <a:ext cx="3719779" cy="750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problems before</a:t>
            </a:r>
            <a:endParaRPr lang="en-US" sz="2520" dirty="0"/>
          </a:p>
          <a:p>
            <a:pPr algn="l" indent="0" marL="0">
              <a:lnSpc>
                <a:spcPts val="2570"/>
              </a:lnSpc>
              <a:buNone/>
            </a:pPr>
            <a:r>
              <a:rPr lang="en-US" sz="2520" spc="-126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0E3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34A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1E5F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46C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2B7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3583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3B8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438A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4F9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79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5F98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6B9E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6A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lnSpc>
                <a:spcPts val="2570"/>
              </a:lnSpc>
              <a:buNone/>
            </a:pPr>
            <a:r>
              <a:rPr lang="en-US" sz="2520" b="1" spc="-126" kern="0" dirty="0">
                <a:solidFill>
                  <a:srgbClr val="7DA7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520" dirty="0"/>
          </a:p>
        </p:txBody>
      </p:sp>
      <p:sp>
        <p:nvSpPr>
          <p:cNvPr id="5" name="Text 2"/>
          <p:cNvSpPr txBox="1"/>
          <p:nvPr/>
        </p:nvSpPr>
        <p:spPr>
          <a:xfrm>
            <a:off x="877824" y="2263140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run-out</a:t>
            </a:r>
            <a:endParaRPr lang="en-US" sz="990" dirty="0"/>
          </a:p>
        </p:txBody>
      </p:sp>
      <p:sp>
        <p:nvSpPr>
          <p:cNvPr id="6" name="Text 3"/>
          <p:cNvSpPr txBox="1"/>
          <p:nvPr/>
        </p:nvSpPr>
        <p:spPr>
          <a:xfrm>
            <a:off x="877824" y="2688336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against the usual</a:t>
            </a:r>
            <a:endParaRPr lang="en-US" sz="990" dirty="0"/>
          </a:p>
        </p:txBody>
      </p:sp>
      <p:sp>
        <p:nvSpPr>
          <p:cNvPr id="7" name="Text 4"/>
          <p:cNvSpPr txBox="1"/>
          <p:nvPr/>
        </p:nvSpPr>
        <p:spPr>
          <a:xfrm>
            <a:off x="877824" y="3113532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alerts</a:t>
            </a:r>
            <a:endParaRPr lang="en-US" sz="99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3538728"/>
            <a:ext cx="3100913" cy="213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990" b="1" spc="-10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for ISO 9001</a:t>
            </a:r>
            <a:endParaRPr lang="en-US" sz="990" dirty="0"/>
          </a:p>
        </p:txBody>
      </p:sp>
      <p:sp>
        <p:nvSpPr>
          <p:cNvPr id="9" name="Text 6"/>
          <p:cNvSpPr txBox="1"/>
          <p:nvPr/>
        </p:nvSpPr>
        <p:spPr>
          <a:xfrm>
            <a:off x="877824" y="2427018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stock and spikes in demand, per warehouse</a:t>
            </a:r>
            <a:endParaRPr lang="en-US" sz="81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852214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site and engineer, exported to Excel</a:t>
            </a:r>
            <a:endParaRPr lang="en-US" sz="810" dirty="0"/>
          </a:p>
        </p:txBody>
      </p:sp>
      <p:sp>
        <p:nvSpPr>
          <p:cNvPr id="11" name="Text 8"/>
          <p:cNvSpPr txBox="1"/>
          <p:nvPr/>
        </p:nvSpPr>
        <p:spPr>
          <a:xfrm>
            <a:off x="877824" y="3277410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To-Do queue, with phone notifications</a:t>
            </a:r>
            <a:endParaRPr lang="en-US" sz="81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3702606"/>
            <a:ext cx="3100913" cy="18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1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changed what, and when</a:t>
            </a:r>
            <a:endParaRPr lang="en-US" sz="810" dirty="0"/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QR codes and app icons for both ap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49808" y="1188720"/>
            <a:ext cx="3140415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0"/>
              </a:lnSpc>
              <a:buNone/>
            </a:pPr>
            <a:r>
              <a:rPr lang="en-US" sz="720" spc="115" kern="0" dirty="0">
                <a:solidFill>
                  <a:srgbClr val="5A6E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YOUR PHONE</a:t>
            </a:r>
            <a:endParaRPr lang="en-US" sz="72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444752"/>
            <a:ext cx="3616452" cy="943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3170" spc="-158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apps fit in</a:t>
            </a:r>
            <a:endParaRPr lang="en-US" sz="317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0E41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154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1D5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236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2C7B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3985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498D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589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679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74A2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3230"/>
              </a:lnSpc>
              <a:buNone/>
            </a:pPr>
            <a:r>
              <a:rPr lang="en-US" sz="3170" b="1" spc="-158" kern="0" dirty="0">
                <a:solidFill>
                  <a:srgbClr val="7CA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17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430018"/>
            <a:ext cx="36164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 has its own phone layout and installs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browser like a native app. No app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needed.</a:t>
            </a:r>
            <a:endParaRPr lang="en-US" sz="108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48406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1854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2D7E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7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1038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378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7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54650"/>
            <a:ext cx="335768" cy="225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1854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1370"/>
              </a:lnSpc>
              <a:buNone/>
            </a:pPr>
            <a:r>
              <a:rPr lang="en-US" sz="1370" b="1" spc="-41" kern="0" dirty="0">
                <a:solidFill>
                  <a:srgbClr val="3783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7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284982"/>
            <a:ext cx="3151480" cy="365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code and sign in with your @trigo-group.com</a:t>
            </a:r>
            <a:endParaRPr lang="en-US" sz="860" dirty="0"/>
          </a:p>
          <a:p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email.</a:t>
            </a:r>
            <a:endParaRPr lang="en-US" sz="86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767614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Safari tap Share, then Add to Home Screen.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091226"/>
            <a:ext cx="3012034" cy="20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60" b="1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Android:</a:t>
            </a:r>
            <a:pPr algn="l" indent="0" marL="0">
              <a:lnSpc>
                <a:spcPts val="1250"/>
              </a:lnSpc>
              <a:buNone/>
            </a:pPr>
            <a:r>
              <a:rPr lang="en-US" sz="860" dirty="0">
                <a:solidFill>
                  <a:srgbClr val="5A6E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Chrome tap the menu, then Install app.</a:t>
            </a:r>
            <a:endParaRPr lang="en-US" sz="860" dirty="0"/>
          </a:p>
        </p:txBody>
      </p:sp>
      <p:sp>
        <p:nvSpPr>
          <p:cNvPr id="12" name="Text 9"/>
          <p:cNvSpPr txBox="1"/>
          <p:nvPr/>
        </p:nvSpPr>
        <p:spPr>
          <a:xfrm>
            <a:off x="4533567" y="1865376"/>
            <a:ext cx="1307581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Manpower Board</a:t>
            </a:r>
            <a:endParaRPr lang="en-US" sz="1220" dirty="0"/>
          </a:p>
        </p:txBody>
      </p:sp>
      <p:sp>
        <p:nvSpPr>
          <p:cNvPr id="13" name="Text 10"/>
          <p:cNvSpPr txBox="1"/>
          <p:nvPr/>
        </p:nvSpPr>
        <p:spPr>
          <a:xfrm>
            <a:off x="6899862" y="1865376"/>
            <a:ext cx="1450004" cy="313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20" b="1" spc="-31" kern="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Quality</a:t>
            </a:r>
            <a:endParaRPr lang="en-US" sz="1220" dirty="0"/>
          </a:p>
        </p:txBody>
      </p:sp>
      <p:sp>
        <p:nvSpPr>
          <p:cNvPr id="14" name="Text 11"/>
          <p:cNvSpPr txBox="1"/>
          <p:nvPr/>
        </p:nvSpPr>
        <p:spPr>
          <a:xfrm>
            <a:off x="5409819" y="4389120"/>
            <a:ext cx="1074426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Installable app (PWA)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6871145" y="4389120"/>
            <a:ext cx="661043" cy="2838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90" dirty="0">
                <a:solidFill>
                  <a:srgbClr val="06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layout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4225911" y="3761327"/>
            <a:ext cx="182589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trigoth-manpowerboard.netlify.app</a:t>
            </a:r>
            <a:endParaRPr lang="en-US" sz="720" dirty="0"/>
          </a:p>
        </p:txBody>
      </p:sp>
      <p:sp>
        <p:nvSpPr>
          <p:cNvPr id="17" name="Text 14"/>
          <p:cNvSpPr txBox="1"/>
          <p:nvPr/>
        </p:nvSpPr>
        <p:spPr>
          <a:xfrm>
            <a:off x="6825630" y="3761327"/>
            <a:ext cx="149120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60"/>
              </a:lnSpc>
              <a:buNone/>
            </a:pPr>
            <a:r>
              <a:rPr lang="en-US" sz="720" dirty="0">
                <a:solidFill>
                  <a:srgbClr val="0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trigoth-inventory.pages.dev</a:t>
            </a:r>
            <a:endParaRPr lang="en-US" sz="720" dirty="0"/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 apps intro deck</dc:title>
  <dc:subject>PptxGenJS Presentation</dc:subject>
  <dc:creator>TRIGO Quality Services Thailand</dc:creator>
  <cp:lastModifiedBy>TRIGO Quality Services Thailand</cp:lastModifiedBy>
  <cp:revision>1</cp:revision>
  <dcterms:created xsi:type="dcterms:W3CDTF">2026-10-17T14:31:28Z</dcterms:created>
  <dcterms:modified xsi:type="dcterms:W3CDTF">2026-10-17T14:31:28Z</dcterms:modified>
</cp:coreProperties>
</file>