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Opening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Manpower: the daily board
Each card is a person, each column a mission with host, customer, shift and engineer. The tiles on top always add up: assigned plus leave plus standby equals total. The phone shows a day being merged: the carried-over plan beside the forecast, with each difference waiting for a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Manpower: planning ahead
Capacity compares demand per host with the people available. In the example, Monday 19/10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41153" y="402336"/>
            <a:ext cx="1944552" cy="193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spc="106" kern="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QUALITY SOLUTION</a:t>
            </a:r>
            <a:endParaRPr lang="en-US" sz="76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1188720"/>
            <a:ext cx="3950208" cy="1554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10"/>
              </a:lnSpc>
              <a:buNone/>
            </a:pPr>
            <a:r>
              <a:rPr lang="en-US" sz="3600" b="1" spc="-3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600" dirty="0"/>
          </a:p>
          <a:p>
            <a:pPr algn="l" indent="0" marL="0">
              <a:lnSpc>
                <a:spcPts val="3710"/>
              </a:lnSpc>
              <a:buNone/>
            </a:pPr>
            <a:r>
              <a:rPr lang="en-US" sz="3600" b="1" spc="-3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600" dirty="0"/>
          </a:p>
          <a:p>
            <a:pPr algn="l" indent="0" marL="0">
              <a:lnSpc>
                <a:spcPts val="3710"/>
              </a:lnSpc>
              <a:buNone/>
            </a:pPr>
            <a:r>
              <a:rPr lang="en-US" sz="3600" b="1" spc="-3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every day.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402336" y="2784348"/>
            <a:ext cx="3950208" cy="656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 Inventory</a:t>
            </a:r>
            <a:endParaRPr lang="en-US" sz="108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Quality System tracks tools, parts and consumables.</a:t>
            </a:r>
            <a:endParaRPr lang="en-US" sz="108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run in the browser and on 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04088" y="3719322"/>
            <a:ext cx="935088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2100263" y="3719322"/>
            <a:ext cx="1070722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704088" y="4108799"/>
            <a:ext cx="797603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8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3937" y="402336"/>
            <a:ext cx="1347546" cy="193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spc="106" kern="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6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1005840"/>
            <a:ext cx="3555187" cy="1398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40"/>
              </a:lnSpc>
              <a:buNone/>
            </a:pPr>
            <a:r>
              <a:rPr lang="en-US" sz="3240" b="1" spc="-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3240" dirty="0"/>
          </a:p>
          <a:p>
            <a:pPr algn="l" indent="0" marL="0">
              <a:lnSpc>
                <a:spcPts val="3340"/>
              </a:lnSpc>
              <a:buNone/>
            </a:pPr>
            <a:r>
              <a:rPr lang="en-US" sz="3240" b="1" spc="-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3240" dirty="0"/>
          </a:p>
          <a:p>
            <a:pPr algn="l" indent="0" marL="0">
              <a:lnSpc>
                <a:spcPts val="3340"/>
              </a:lnSpc>
              <a:buNone/>
            </a:pPr>
            <a:r>
              <a:rPr lang="en-US" sz="3240" b="1" spc="-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one board.</a:t>
            </a:r>
            <a:endParaRPr lang="en-US" sz="3240" dirty="0"/>
          </a:p>
        </p:txBody>
      </p:sp>
      <p:sp>
        <p:nvSpPr>
          <p:cNvPr id="5" name="Text 2"/>
          <p:cNvSpPr txBox="1"/>
          <p:nvPr/>
        </p:nvSpPr>
        <p:spPr>
          <a:xfrm>
            <a:off x="402336" y="2478310"/>
            <a:ext cx="3555187" cy="656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 onto</a:t>
            </a:r>
            <a:endParaRPr lang="en-US" sz="108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leave or standby, and everyone sees the</a:t>
            </a:r>
            <a:endParaRPr lang="en-US" sz="108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plan, live.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3276124"/>
            <a:ext cx="317004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3720751"/>
            <a:ext cx="317004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4165378"/>
            <a:ext cx="317004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102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3438430"/>
            <a:ext cx="317004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58952" y="3883057"/>
            <a:ext cx="317004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 card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758952" y="4327684"/>
            <a:ext cx="317004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3937" y="402336"/>
            <a:ext cx="1347546" cy="193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spc="106" kern="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6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877824"/>
            <a:ext cx="3752698" cy="758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tomorrow.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758952" y="1719929"/>
            <a:ext cx="336755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102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2164556"/>
            <a:ext cx="336755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2609183"/>
            <a:ext cx="336755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3053810"/>
            <a:ext cx="336755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102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1882235"/>
            <a:ext cx="336755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58952" y="2326862"/>
            <a:ext cx="336755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758952" y="2771489"/>
            <a:ext cx="336755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758952" y="3216116"/>
            <a:ext cx="336755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4041648"/>
            <a:ext cx="2370125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spc="104" kern="0" dirty="0">
                <a:solidFill>
                  <a:srgbClr val="97C2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ENGINEERS</a:t>
            </a:r>
            <a:endParaRPr lang="en-US" sz="860" dirty="0"/>
          </a:p>
        </p:txBody>
      </p:sp>
      <p:sp>
        <p:nvSpPr>
          <p:cNvPr id="14" name="Text 11"/>
          <p:cNvSpPr txBox="1"/>
          <p:nvPr/>
        </p:nvSpPr>
        <p:spPr>
          <a:xfrm>
            <a:off x="6547104" y="4041648"/>
            <a:ext cx="2370125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spc="104" kern="0" dirty="0">
                <a:solidFill>
                  <a:srgbClr val="97C2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MANAGEMENT</a:t>
            </a:r>
            <a:endParaRPr lang="en-US" sz="860" dirty="0"/>
          </a:p>
        </p:txBody>
      </p:sp>
      <p:sp>
        <p:nvSpPr>
          <p:cNvPr id="15" name="Text 12"/>
          <p:cNvSpPr txBox="1"/>
          <p:nvPr/>
        </p:nvSpPr>
        <p:spPr>
          <a:xfrm>
            <a:off x="4206240" y="4266533"/>
            <a:ext cx="2370125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6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 type.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547104" y="4266533"/>
            <a:ext cx="237012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6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6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3937" y="402336"/>
            <a:ext cx="1347546" cy="193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spc="106" kern="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6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877824"/>
            <a:ext cx="3357677" cy="758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view.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758952" y="1719929"/>
            <a:ext cx="297253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102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2164556"/>
            <a:ext cx="297253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2609183"/>
            <a:ext cx="297253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3053810"/>
            <a:ext cx="297253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102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1882235"/>
            <a:ext cx="297253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58952" y="2326862"/>
            <a:ext cx="297253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758952" y="2771489"/>
            <a:ext cx="297253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758952" y="3216116"/>
            <a:ext cx="297253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0" y="877824"/>
            <a:ext cx="3515685" cy="1056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450" b="1" spc="-2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45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450" b="1" spc="-2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45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450" b="1" spc="-2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 for.</a:t>
            </a:r>
            <a:endParaRPr lang="en-US" sz="2450" dirty="0"/>
          </a:p>
        </p:txBody>
      </p:sp>
      <p:sp>
        <p:nvSpPr>
          <p:cNvPr id="4" name="Text 1"/>
          <p:cNvSpPr txBox="1"/>
          <p:nvPr/>
        </p:nvSpPr>
        <p:spPr>
          <a:xfrm>
            <a:off x="5843016" y="2021253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1020" dirty="0"/>
          </a:p>
        </p:txBody>
      </p:sp>
      <p:sp>
        <p:nvSpPr>
          <p:cNvPr id="5" name="Text 2"/>
          <p:cNvSpPr txBox="1"/>
          <p:nvPr/>
        </p:nvSpPr>
        <p:spPr>
          <a:xfrm>
            <a:off x="5843016" y="2465880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1020" dirty="0"/>
          </a:p>
        </p:txBody>
      </p:sp>
      <p:sp>
        <p:nvSpPr>
          <p:cNvPr id="6" name="Text 3"/>
          <p:cNvSpPr txBox="1"/>
          <p:nvPr/>
        </p:nvSpPr>
        <p:spPr>
          <a:xfrm>
            <a:off x="5843016" y="2910507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5843016" y="3355134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5843016" y="2183559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40" dirty="0"/>
          </a:p>
        </p:txBody>
      </p:sp>
      <p:sp>
        <p:nvSpPr>
          <p:cNvPr id="9" name="Text 6"/>
          <p:cNvSpPr txBox="1"/>
          <p:nvPr/>
        </p:nvSpPr>
        <p:spPr>
          <a:xfrm>
            <a:off x="5843016" y="2628186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5843016" y="3072813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5843016" y="3517440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276481" y="402336"/>
            <a:ext cx="1582398" cy="193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spc="106" kern="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6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877824"/>
            <a:ext cx="3653942" cy="758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minute.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758952" y="1719929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102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2164556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2609183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3053810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102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1882235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58952" y="2326862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758952" y="2771489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758952" y="3216116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0" y="877824"/>
            <a:ext cx="3515685" cy="736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450" b="1" spc="-2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45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450" b="1" spc="-2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 lot by lot.</a:t>
            </a:r>
            <a:endParaRPr lang="en-US" sz="2450" dirty="0"/>
          </a:p>
        </p:txBody>
      </p:sp>
      <p:sp>
        <p:nvSpPr>
          <p:cNvPr id="4" name="Text 1"/>
          <p:cNvSpPr txBox="1"/>
          <p:nvPr/>
        </p:nvSpPr>
        <p:spPr>
          <a:xfrm>
            <a:off x="5843016" y="1701070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1020" dirty="0"/>
          </a:p>
        </p:txBody>
      </p:sp>
      <p:sp>
        <p:nvSpPr>
          <p:cNvPr id="5" name="Text 2"/>
          <p:cNvSpPr txBox="1"/>
          <p:nvPr/>
        </p:nvSpPr>
        <p:spPr>
          <a:xfrm>
            <a:off x="5843016" y="2145697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1020" dirty="0"/>
          </a:p>
        </p:txBody>
      </p:sp>
      <p:sp>
        <p:nvSpPr>
          <p:cNvPr id="6" name="Text 3"/>
          <p:cNvSpPr txBox="1"/>
          <p:nvPr/>
        </p:nvSpPr>
        <p:spPr>
          <a:xfrm>
            <a:off x="5843016" y="2590324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5843016" y="3184684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5843016" y="1863376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40" dirty="0"/>
          </a:p>
        </p:txBody>
      </p:sp>
      <p:sp>
        <p:nvSpPr>
          <p:cNvPr id="9" name="Text 6"/>
          <p:cNvSpPr txBox="1"/>
          <p:nvPr/>
        </p:nvSpPr>
        <p:spPr>
          <a:xfrm>
            <a:off x="5843016" y="2308003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5843016" y="2752630"/>
            <a:ext cx="3130540" cy="34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40" dirty="0"/>
          </a:p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5843016" y="3346990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276481" y="402336"/>
            <a:ext cx="1582398" cy="193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spc="106" kern="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6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877824"/>
            <a:ext cx="3653942" cy="10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they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758952" y="2049542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102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2494169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2938796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3383423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102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2211848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58952" y="2656475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758952" y="3101102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758952" y="3545729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02336" y="877824"/>
            <a:ext cx="4048963" cy="909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0"/>
              </a:lnSpc>
              <a:buNone/>
            </a:pPr>
            <a:r>
              <a:rPr lang="en-US" sz="302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</a:t>
            </a:r>
            <a:endParaRPr lang="en-US" sz="3020" dirty="0"/>
          </a:p>
          <a:p>
            <a:pPr algn="l" indent="0" marL="0">
              <a:lnSpc>
                <a:spcPts val="3110"/>
              </a:lnSpc>
              <a:buNone/>
            </a:pPr>
            <a:r>
              <a:rPr lang="en-US" sz="302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pocket.</a:t>
            </a:r>
            <a:endParaRPr lang="en-US" sz="302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1815084"/>
            <a:ext cx="4048963" cy="4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 from the</a:t>
            </a:r>
            <a:endParaRPr lang="en-US" sz="108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like a native app. No app store needed.</a:t>
            </a:r>
            <a:endParaRPr lang="en-US" sz="1080" dirty="0"/>
          </a:p>
        </p:txBody>
      </p:sp>
      <p:sp>
        <p:nvSpPr>
          <p:cNvPr id="5" name="Text 2"/>
          <p:cNvSpPr txBox="1"/>
          <p:nvPr/>
        </p:nvSpPr>
        <p:spPr>
          <a:xfrm>
            <a:off x="758952" y="2696623"/>
            <a:ext cx="3565063" cy="216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9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310"/>
              </a:lnSpc>
              <a:buNone/>
            </a:pPr>
            <a:r>
              <a:rPr lang="en-US" sz="94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 email.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3080671"/>
            <a:ext cx="3565063" cy="216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9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310"/>
              </a:lnSpc>
              <a:buNone/>
            </a:pPr>
            <a:r>
              <a:rPr lang="en-US" sz="94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94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3464719"/>
            <a:ext cx="3565063" cy="216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9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310"/>
              </a:lnSpc>
              <a:buNone/>
            </a:pPr>
            <a:r>
              <a:rPr lang="en-US" sz="94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940" dirty="0"/>
          </a:p>
        </p:txBody>
      </p:sp>
      <p:sp>
        <p:nvSpPr>
          <p:cNvPr id="8" name="Text 5"/>
          <p:cNvSpPr txBox="1"/>
          <p:nvPr/>
        </p:nvSpPr>
        <p:spPr>
          <a:xfrm>
            <a:off x="4791022" y="2085546"/>
            <a:ext cx="1280886" cy="218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982507" y="2085546"/>
            <a:ext cx="1433339" cy="218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04088" y="4507135"/>
            <a:ext cx="1204968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2350151" y="4507135"/>
            <a:ext cx="718290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811396" y="3977354"/>
            <a:ext cx="1386585" cy="165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trigo-manpower.netlify.app</a:t>
            </a:r>
            <a:endParaRPr lang="en-US" sz="650" dirty="0"/>
          </a:p>
        </p:txBody>
      </p:sp>
      <p:sp>
        <p:nvSpPr>
          <p:cNvPr id="13" name="Text 10"/>
          <p:cNvSpPr txBox="1"/>
          <p:nvPr/>
        </p:nvSpPr>
        <p:spPr>
          <a:xfrm>
            <a:off x="6892547" y="3977354"/>
            <a:ext cx="1759849" cy="165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trigo-inventory-preview.pages.dev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TRIGO apps intro deck</dc:title>
  <dc:subject>PptxGenJS Presentation</dc:subject>
  <dc:creator>TRIGO Quality Services Thailand</dc:creator>
  <cp:lastModifiedBy>TRIGO Quality Services Thailand</cp:lastModifiedBy>
  <cp:revision>1</cp:revision>
  <dcterms:created xsi:type="dcterms:W3CDTF">2026-10-15T02:31:52Z</dcterms:created>
  <dcterms:modified xsi:type="dcterms:W3CDTF">2026-10-15T02:31:52Z</dcterms:modified>
</cp:coreProperties>
</file>