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F6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26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392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593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E9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C8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E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C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89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TRIGO apps intro deck</dc:title>
  <dc:subject>PptxGenJS Presentation</dc:subject>
  <dc:creator>TRIGO Quality Services Thailand</dc:creator>
  <cp:lastModifiedBy>TRIGO Quality Services Thailand</cp:lastModifiedBy>
  <cp:revision>1</cp:revision>
  <dcterms:created xsi:type="dcterms:W3CDTF">2026-10-16T18:02:57Z</dcterms:created>
  <dcterms:modified xsi:type="dcterms:W3CDTF">2026-10-16T18:02:57Z</dcterms:modified>
</cp:coreProperties>
</file>