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Opening
Two internal tools, built for our sites. Same sign-in domain, same look, both installable on a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Manpower: the daily board
Each card is a person, each column a mission with host, customer, shift and engineer. The tiles on top always add up: assigned plus leave plus standby equals total. The phone shows a day being merged: the carried-over plan beside the forecast, with each difference waiting for a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Manpower: planning ahead
Capacity compares demand per host with the people available. In the example, Monday 19/10 needs 40 against 36, so it shows 4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Manpower: what managers see
Overview answers "is everyone placed?" first, then the numbers. Every chart has the exact figures on hover.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· Inventory: the system
Rayong and Amata warehouses, one at a time or both. The dashboard opens on what needs attention: out of stock, calibration overdue, returns late, parts aged over 60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· Inventory: the engineer's day
The same flow works for consumables (issue from stock) and customer parts (deliveries in and out). Camera scanning works in Chrome and Edge; a handheld scanner works everywhere.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· Inventory: customer parts
Parts are tracked by the customer's part number, mission number and responsible engineer. A delivery due today shows on the To-Do list and in the bell until someone confirms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· Inventory: for management
Usage compares this period with the average of the previous three months. Open a site to see who issued what there. It is a fact to review, not a ranking of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· On your phone
New accounts are approved once by an admin. After installing, the app opens full screen from the home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ver: Inventory dashboard and Manpower Board screensho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941153" y="402336"/>
            <a:ext cx="1944552" cy="193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spc="106" kern="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QUALITY SOLUTION</a:t>
            </a:r>
            <a:endParaRPr lang="en-US" sz="760" dirty="0"/>
          </a:p>
        </p:txBody>
      </p:sp>
      <p:sp>
        <p:nvSpPr>
          <p:cNvPr id="4" name="Text 1"/>
          <p:cNvSpPr txBox="1"/>
          <p:nvPr/>
        </p:nvSpPr>
        <p:spPr>
          <a:xfrm>
            <a:off x="402336" y="1188720"/>
            <a:ext cx="3950208" cy="1554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10"/>
              </a:lnSpc>
              <a:buNone/>
            </a:pPr>
            <a:r>
              <a:rPr lang="en-US" sz="3600" b="1" spc="-36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apps for</a:t>
            </a:r>
            <a:endParaRPr lang="en-US" sz="3600" dirty="0"/>
          </a:p>
          <a:p>
            <a:pPr algn="l" indent="0" marL="0">
              <a:lnSpc>
                <a:spcPts val="3710"/>
              </a:lnSpc>
              <a:buNone/>
            </a:pPr>
            <a:r>
              <a:rPr lang="en-US" sz="3600" b="1" spc="-36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 we</a:t>
            </a:r>
            <a:endParaRPr lang="en-US" sz="3600" dirty="0"/>
          </a:p>
          <a:p>
            <a:pPr algn="l" indent="0" marL="0">
              <a:lnSpc>
                <a:spcPts val="3710"/>
              </a:lnSpc>
              <a:buNone/>
            </a:pPr>
            <a:r>
              <a:rPr lang="en-US" sz="3600" b="1" spc="-36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every day.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402336" y="2784348"/>
            <a:ext cx="3950208" cy="656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08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Manpower Board plans who goes where. The Inventory</a:t>
            </a:r>
            <a:endParaRPr lang="en-US" sz="1080" dirty="0"/>
          </a:p>
          <a:p>
            <a:pPr algn="l" indent="0" marL="0">
              <a:lnSpc>
                <a:spcPts val="1570"/>
              </a:lnSpc>
              <a:buNone/>
            </a:pPr>
            <a:r>
              <a:rPr lang="en-US" sz="108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Quality System tracks tools, parts and consumables.</a:t>
            </a:r>
            <a:endParaRPr lang="en-US" sz="1080" dirty="0"/>
          </a:p>
          <a:p>
            <a:pPr algn="l" indent="0" marL="0">
              <a:lnSpc>
                <a:spcPts val="1570"/>
              </a:lnSpc>
              <a:buNone/>
            </a:pPr>
            <a:r>
              <a:rPr lang="en-US" sz="108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run in the browser and on your phone.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704088" y="3719322"/>
            <a:ext cx="935088" cy="221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Board</a:t>
            </a:r>
            <a:endParaRPr lang="en-US" sz="860" dirty="0"/>
          </a:p>
        </p:txBody>
      </p:sp>
      <p:sp>
        <p:nvSpPr>
          <p:cNvPr id="7" name="Text 4"/>
          <p:cNvSpPr txBox="1"/>
          <p:nvPr/>
        </p:nvSpPr>
        <p:spPr>
          <a:xfrm>
            <a:off x="2100263" y="3719322"/>
            <a:ext cx="1070722" cy="221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</a:t>
            </a:r>
            <a:endParaRPr lang="en-US" sz="860" dirty="0"/>
          </a:p>
        </p:txBody>
      </p:sp>
      <p:sp>
        <p:nvSpPr>
          <p:cNvPr id="8" name="Text 5"/>
          <p:cNvSpPr txBox="1"/>
          <p:nvPr/>
        </p:nvSpPr>
        <p:spPr>
          <a:xfrm>
            <a:off x="704088" y="4108799"/>
            <a:ext cx="797603" cy="221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your phone</a:t>
            </a:r>
            <a:endParaRPr lang="en-US" sz="8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npower Board on desktop with the forecast merge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3937" y="402336"/>
            <a:ext cx="1347546" cy="193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spc="106" kern="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BOARD</a:t>
            </a:r>
            <a:endParaRPr lang="en-US" sz="760" dirty="0"/>
          </a:p>
        </p:txBody>
      </p:sp>
      <p:sp>
        <p:nvSpPr>
          <p:cNvPr id="4" name="Text 1"/>
          <p:cNvSpPr txBox="1"/>
          <p:nvPr/>
        </p:nvSpPr>
        <p:spPr>
          <a:xfrm>
            <a:off x="402336" y="1005840"/>
            <a:ext cx="3555187" cy="1398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40"/>
              </a:lnSpc>
              <a:buNone/>
            </a:pPr>
            <a:r>
              <a:rPr lang="en-US" sz="3240" b="1" spc="-3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Tomorrow's</a:t>
            </a:r>
            <a:endParaRPr lang="en-US" sz="3240" dirty="0"/>
          </a:p>
          <a:p>
            <a:pPr algn="l" indent="0" marL="0">
              <a:lnSpc>
                <a:spcPts val="3340"/>
              </a:lnSpc>
              <a:buNone/>
            </a:pPr>
            <a:r>
              <a:rPr lang="en-US" sz="3240" b="1" spc="-3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crew, planned</a:t>
            </a:r>
            <a:endParaRPr lang="en-US" sz="3240" dirty="0"/>
          </a:p>
          <a:p>
            <a:pPr algn="l" indent="0" marL="0">
              <a:lnSpc>
                <a:spcPts val="3340"/>
              </a:lnSpc>
              <a:buNone/>
            </a:pPr>
            <a:r>
              <a:rPr lang="en-US" sz="3240" b="1" spc="-32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one board.</a:t>
            </a:r>
            <a:endParaRPr lang="en-US" sz="3240" dirty="0"/>
          </a:p>
        </p:txBody>
      </p:sp>
      <p:sp>
        <p:nvSpPr>
          <p:cNvPr id="5" name="Text 2"/>
          <p:cNvSpPr txBox="1"/>
          <p:nvPr/>
        </p:nvSpPr>
        <p:spPr>
          <a:xfrm>
            <a:off x="402336" y="2478310"/>
            <a:ext cx="3555187" cy="656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08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magnet board, made digital. Drag people onto</a:t>
            </a:r>
            <a:endParaRPr lang="en-US" sz="1080" dirty="0"/>
          </a:p>
          <a:p>
            <a:pPr algn="l" indent="0" marL="0">
              <a:lnSpc>
                <a:spcPts val="1570"/>
              </a:lnSpc>
              <a:buNone/>
            </a:pPr>
            <a:r>
              <a:rPr lang="en-US" sz="108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missions, leave or standby, and everyone sees the</a:t>
            </a:r>
            <a:endParaRPr lang="en-US" sz="1080" dirty="0"/>
          </a:p>
          <a:p>
            <a:pPr algn="l" indent="0" marL="0">
              <a:lnSpc>
                <a:spcPts val="1570"/>
              </a:lnSpc>
              <a:buNone/>
            </a:pPr>
            <a:r>
              <a:rPr lang="en-US" sz="108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plan, live.</a:t>
            </a:r>
            <a:endParaRPr lang="en-US" sz="1080" dirty="0"/>
          </a:p>
        </p:txBody>
      </p:sp>
      <p:sp>
        <p:nvSpPr>
          <p:cNvPr id="6" name="Text 3"/>
          <p:cNvSpPr txBox="1"/>
          <p:nvPr/>
        </p:nvSpPr>
        <p:spPr>
          <a:xfrm>
            <a:off x="758952" y="3276124"/>
            <a:ext cx="3170042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Drag and drop planning</a:t>
            </a:r>
            <a:endParaRPr lang="en-US" sz="1020" dirty="0"/>
          </a:p>
        </p:txBody>
      </p:sp>
      <p:sp>
        <p:nvSpPr>
          <p:cNvPr id="7" name="Text 4"/>
          <p:cNvSpPr txBox="1"/>
          <p:nvPr/>
        </p:nvSpPr>
        <p:spPr>
          <a:xfrm>
            <a:off x="758952" y="3720751"/>
            <a:ext cx="3170042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to go, what to wear</a:t>
            </a:r>
            <a:endParaRPr lang="en-US" sz="1020" dirty="0"/>
          </a:p>
        </p:txBody>
      </p:sp>
      <p:sp>
        <p:nvSpPr>
          <p:cNvPr id="8" name="Text 5"/>
          <p:cNvSpPr txBox="1"/>
          <p:nvPr/>
        </p:nvSpPr>
        <p:spPr>
          <a:xfrm>
            <a:off x="758952" y="4165378"/>
            <a:ext cx="3170042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 a finished plan</a:t>
            </a:r>
            <a:endParaRPr lang="en-US" sz="1020" dirty="0"/>
          </a:p>
        </p:txBody>
      </p:sp>
      <p:sp>
        <p:nvSpPr>
          <p:cNvPr id="9" name="Text 6"/>
          <p:cNvSpPr txBox="1"/>
          <p:nvPr/>
        </p:nvSpPr>
        <p:spPr>
          <a:xfrm>
            <a:off x="758952" y="3438430"/>
            <a:ext cx="3170042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board per site, one card per person</a:t>
            </a:r>
            <a:endParaRPr lang="en-US" sz="840" dirty="0"/>
          </a:p>
        </p:txBody>
      </p:sp>
      <p:sp>
        <p:nvSpPr>
          <p:cNvPr id="10" name="Text 7"/>
          <p:cNvSpPr txBox="1"/>
          <p:nvPr/>
        </p:nvSpPr>
        <p:spPr>
          <a:xfrm>
            <a:off x="758952" y="3883057"/>
            <a:ext cx="3170042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host name opens Google Maps; PPE is on the card</a:t>
            </a:r>
            <a:endParaRPr lang="en-US" sz="840" dirty="0"/>
          </a:p>
        </p:txBody>
      </p:sp>
      <p:sp>
        <p:nvSpPr>
          <p:cNvPr id="11" name="Text 8"/>
          <p:cNvSpPr txBox="1"/>
          <p:nvPr/>
        </p:nvSpPr>
        <p:spPr>
          <a:xfrm>
            <a:off x="758952" y="4327684"/>
            <a:ext cx="3170042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bumps it by accident</a:t>
            </a:r>
            <a:endParaRPr lang="en-US" sz="8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pacity grid with two short day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3937" y="402336"/>
            <a:ext cx="1347546" cy="193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spc="106" kern="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BOARD</a:t>
            </a:r>
            <a:endParaRPr lang="en-US" sz="760" dirty="0"/>
          </a:p>
        </p:txBody>
      </p:sp>
      <p:sp>
        <p:nvSpPr>
          <p:cNvPr id="4" name="Text 1"/>
          <p:cNvSpPr txBox="1"/>
          <p:nvPr/>
        </p:nvSpPr>
        <p:spPr>
          <a:xfrm>
            <a:off x="402336" y="877824"/>
            <a:ext cx="3752698" cy="758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520" b="1" spc="-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weeks ahead,</a:t>
            </a:r>
            <a:endParaRPr lang="en-US" sz="2520" dirty="0"/>
          </a:p>
          <a:p>
            <a:pPr algn="l" indent="0" marL="0">
              <a:lnSpc>
                <a:spcPts val="2600"/>
              </a:lnSpc>
              <a:buNone/>
            </a:pPr>
            <a:r>
              <a:rPr lang="en-US" sz="2520" b="1" spc="-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just tomorrow.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758952" y="1719929"/>
            <a:ext cx="3367552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 over the last working day</a:t>
            </a:r>
            <a:endParaRPr lang="en-US" sz="1020" dirty="0"/>
          </a:p>
        </p:txBody>
      </p:sp>
      <p:sp>
        <p:nvSpPr>
          <p:cNvPr id="6" name="Text 3"/>
          <p:cNvSpPr txBox="1"/>
          <p:nvPr/>
        </p:nvSpPr>
        <p:spPr>
          <a:xfrm>
            <a:off x="758952" y="2164556"/>
            <a:ext cx="3367552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 days</a:t>
            </a:r>
            <a:endParaRPr lang="en-US" sz="1020" dirty="0"/>
          </a:p>
        </p:txBody>
      </p:sp>
      <p:sp>
        <p:nvSpPr>
          <p:cNvPr id="7" name="Text 4"/>
          <p:cNvSpPr txBox="1"/>
          <p:nvPr/>
        </p:nvSpPr>
        <p:spPr>
          <a:xfrm>
            <a:off x="758952" y="2609183"/>
            <a:ext cx="3367552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</a:t>
            </a:r>
            <a:endParaRPr lang="en-US" sz="1020" dirty="0"/>
          </a:p>
        </p:txBody>
      </p:sp>
      <p:sp>
        <p:nvSpPr>
          <p:cNvPr id="8" name="Text 5"/>
          <p:cNvSpPr txBox="1"/>
          <p:nvPr/>
        </p:nvSpPr>
        <p:spPr>
          <a:xfrm>
            <a:off x="758952" y="3053810"/>
            <a:ext cx="3367552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</a:t>
            </a:r>
            <a:endParaRPr lang="en-US" sz="1020" dirty="0"/>
          </a:p>
        </p:txBody>
      </p:sp>
      <p:sp>
        <p:nvSpPr>
          <p:cNvPr id="9" name="Text 6"/>
          <p:cNvSpPr txBox="1"/>
          <p:nvPr/>
        </p:nvSpPr>
        <p:spPr>
          <a:xfrm>
            <a:off x="758952" y="1882235"/>
            <a:ext cx="3367552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click, then change only what moved</a:t>
            </a:r>
            <a:endParaRPr lang="en-US" sz="840" dirty="0"/>
          </a:p>
        </p:txBody>
      </p:sp>
      <p:sp>
        <p:nvSpPr>
          <p:cNvPr id="10" name="Text 7"/>
          <p:cNvSpPr txBox="1"/>
          <p:nvPr/>
        </p:nvSpPr>
        <p:spPr>
          <a:xfrm>
            <a:off x="758952" y="2326862"/>
            <a:ext cx="3367552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Tentative plans kept apart, merged with a side-by-side review</a:t>
            </a:r>
            <a:endParaRPr lang="en-US" sz="840" dirty="0"/>
          </a:p>
        </p:txBody>
      </p:sp>
      <p:sp>
        <p:nvSpPr>
          <p:cNvPr id="11" name="Text 8"/>
          <p:cNvSpPr txBox="1"/>
          <p:nvPr/>
        </p:nvSpPr>
        <p:spPr>
          <a:xfrm>
            <a:off x="758952" y="2771489"/>
            <a:ext cx="3367552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someone another engineer planned and they are told</a:t>
            </a:r>
            <a:endParaRPr lang="en-US" sz="840" dirty="0"/>
          </a:p>
        </p:txBody>
      </p:sp>
      <p:sp>
        <p:nvSpPr>
          <p:cNvPr id="12" name="Text 9"/>
          <p:cNvSpPr txBox="1"/>
          <p:nvPr/>
        </p:nvSpPr>
        <p:spPr>
          <a:xfrm>
            <a:off x="758952" y="3216116"/>
            <a:ext cx="3367552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JPG, PDF and Excel, plus the org chart as PowerPoint</a:t>
            </a:r>
            <a:endParaRPr lang="en-US" sz="84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4041648"/>
            <a:ext cx="2370125" cy="221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60" b="1" spc="104" kern="0" dirty="0">
                <a:solidFill>
                  <a:srgbClr val="97C2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ENGINEERS</a:t>
            </a:r>
            <a:endParaRPr lang="en-US" sz="860" dirty="0"/>
          </a:p>
        </p:txBody>
      </p:sp>
      <p:sp>
        <p:nvSpPr>
          <p:cNvPr id="14" name="Text 11"/>
          <p:cNvSpPr txBox="1"/>
          <p:nvPr/>
        </p:nvSpPr>
        <p:spPr>
          <a:xfrm>
            <a:off x="6547104" y="4041648"/>
            <a:ext cx="2370125" cy="221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60" b="1" spc="104" kern="0" dirty="0">
                <a:solidFill>
                  <a:srgbClr val="97C2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MANAGEMENT</a:t>
            </a:r>
            <a:endParaRPr lang="en-US" sz="860" dirty="0"/>
          </a:p>
        </p:txBody>
      </p:sp>
      <p:sp>
        <p:nvSpPr>
          <p:cNvPr id="15" name="Text 12"/>
          <p:cNvSpPr txBox="1"/>
          <p:nvPr/>
        </p:nvSpPr>
        <p:spPr>
          <a:xfrm>
            <a:off x="4206240" y="4266533"/>
            <a:ext cx="2370125" cy="378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60" dirty="0">
                <a:solidFill>
                  <a:srgbClr val="E9F0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the people each host needs per day.</a:t>
            </a:r>
            <a:endParaRPr lang="en-US" sz="860" dirty="0"/>
          </a:p>
          <a:p>
            <a:pPr algn="l" indent="0" marL="0">
              <a:lnSpc>
                <a:spcPts val="1300"/>
              </a:lnSpc>
              <a:buNone/>
            </a:pPr>
            <a:r>
              <a:rPr lang="en-US" sz="860" dirty="0">
                <a:solidFill>
                  <a:srgbClr val="E9F0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grid shows every short day as you type.</a:t>
            </a:r>
            <a:endParaRPr lang="en-US" sz="860" dirty="0"/>
          </a:p>
        </p:txBody>
      </p:sp>
      <p:sp>
        <p:nvSpPr>
          <p:cNvPr id="16" name="Text 13"/>
          <p:cNvSpPr txBox="1"/>
          <p:nvPr/>
        </p:nvSpPr>
        <p:spPr>
          <a:xfrm>
            <a:off x="6547104" y="4266533"/>
            <a:ext cx="2370125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60" dirty="0">
                <a:solidFill>
                  <a:srgbClr val="E9F0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days show in red weeks before they</a:t>
            </a:r>
            <a:endParaRPr lang="en-US" sz="860" dirty="0"/>
          </a:p>
          <a:p>
            <a:pPr algn="l" indent="0" marL="0">
              <a:lnSpc>
                <a:spcPts val="1300"/>
              </a:lnSpc>
              <a:buNone/>
            </a:pPr>
            <a:r>
              <a:rPr lang="en-US" sz="860" dirty="0">
                <a:solidFill>
                  <a:srgbClr val="E9F0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happen, with the worst day and peak</a:t>
            </a:r>
            <a:endParaRPr lang="en-US" sz="860" dirty="0"/>
          </a:p>
          <a:p>
            <a:pPr algn="l" indent="0" marL="0">
              <a:lnSpc>
                <a:spcPts val="1300"/>
              </a:lnSpc>
              <a:buNone/>
            </a:pPr>
            <a:r>
              <a:rPr lang="en-US" sz="860" dirty="0">
                <a:solidFill>
                  <a:srgbClr val="E9F0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on top.</a:t>
            </a:r>
            <a:endParaRPr lang="en-US" sz="8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npower Overview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493937" y="402336"/>
            <a:ext cx="1347546" cy="193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spc="106" kern="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BOARD</a:t>
            </a:r>
            <a:endParaRPr lang="en-US" sz="760" dirty="0"/>
          </a:p>
        </p:txBody>
      </p:sp>
      <p:sp>
        <p:nvSpPr>
          <p:cNvPr id="4" name="Text 1"/>
          <p:cNvSpPr txBox="1"/>
          <p:nvPr/>
        </p:nvSpPr>
        <p:spPr>
          <a:xfrm>
            <a:off x="402336" y="877824"/>
            <a:ext cx="3357677" cy="758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520" b="1" spc="-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crew</a:t>
            </a:r>
            <a:endParaRPr lang="en-US" sz="2520" dirty="0"/>
          </a:p>
          <a:p>
            <a:pPr algn="l" indent="0" marL="0">
              <a:lnSpc>
                <a:spcPts val="2600"/>
              </a:lnSpc>
              <a:buNone/>
            </a:pPr>
            <a:r>
              <a:rPr lang="en-US" sz="2520" b="1" spc="-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one view.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758952" y="1719929"/>
            <a:ext cx="2972532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Utilization you can trust</a:t>
            </a:r>
            <a:endParaRPr lang="en-US" sz="1020" dirty="0"/>
          </a:p>
        </p:txBody>
      </p:sp>
      <p:sp>
        <p:nvSpPr>
          <p:cNvPr id="6" name="Text 3"/>
          <p:cNvSpPr txBox="1"/>
          <p:nvPr/>
        </p:nvSpPr>
        <p:spPr>
          <a:xfrm>
            <a:off x="758952" y="2164556"/>
            <a:ext cx="2972532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Idle staff named</a:t>
            </a:r>
            <a:endParaRPr lang="en-US" sz="1020" dirty="0"/>
          </a:p>
        </p:txBody>
      </p:sp>
      <p:sp>
        <p:nvSpPr>
          <p:cNvPr id="7" name="Text 4"/>
          <p:cNvSpPr txBox="1"/>
          <p:nvPr/>
        </p:nvSpPr>
        <p:spPr>
          <a:xfrm>
            <a:off x="758952" y="2609183"/>
            <a:ext cx="2972532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board</a:t>
            </a:r>
            <a:endParaRPr lang="en-US" sz="1020" dirty="0"/>
          </a:p>
        </p:txBody>
      </p:sp>
      <p:sp>
        <p:nvSpPr>
          <p:cNvPr id="8" name="Text 5"/>
          <p:cNvSpPr txBox="1"/>
          <p:nvPr/>
        </p:nvSpPr>
        <p:spPr>
          <a:xfrm>
            <a:off x="758952" y="3053810"/>
            <a:ext cx="2972532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 and workload</a:t>
            </a:r>
            <a:endParaRPr lang="en-US" sz="1020" dirty="0"/>
          </a:p>
        </p:txBody>
      </p:sp>
      <p:sp>
        <p:nvSpPr>
          <p:cNvPr id="9" name="Text 6"/>
          <p:cNvSpPr txBox="1"/>
          <p:nvPr/>
        </p:nvSpPr>
        <p:spPr>
          <a:xfrm>
            <a:off x="758952" y="1882235"/>
            <a:ext cx="2972532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On-call staff who were not called stay out of the figure</a:t>
            </a:r>
            <a:endParaRPr lang="en-US" sz="840" dirty="0"/>
          </a:p>
        </p:txBody>
      </p:sp>
      <p:sp>
        <p:nvSpPr>
          <p:cNvPr id="10" name="Text 7"/>
          <p:cNvSpPr txBox="1"/>
          <p:nvPr/>
        </p:nvSpPr>
        <p:spPr>
          <a:xfrm>
            <a:off x="758952" y="2326862"/>
            <a:ext cx="2972532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Permanent staff with no mission, listed by board</a:t>
            </a:r>
            <a:endParaRPr lang="en-US" sz="840" dirty="0"/>
          </a:p>
        </p:txBody>
      </p:sp>
      <p:sp>
        <p:nvSpPr>
          <p:cNvPr id="11" name="Text 8"/>
          <p:cNvSpPr txBox="1"/>
          <p:nvPr/>
        </p:nvSpPr>
        <p:spPr>
          <a:xfrm>
            <a:off x="758952" y="2771489"/>
            <a:ext cx="2972532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Missions, headcount, leave and idle side by side</a:t>
            </a:r>
            <a:endParaRPr lang="en-US" sz="840" dirty="0"/>
          </a:p>
        </p:txBody>
      </p:sp>
      <p:sp>
        <p:nvSpPr>
          <p:cNvPr id="12" name="Text 9"/>
          <p:cNvSpPr txBox="1"/>
          <p:nvPr/>
        </p:nvSpPr>
        <p:spPr>
          <a:xfrm>
            <a:off x="758952" y="3216116"/>
            <a:ext cx="2972532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Utilization over time and missions per engineer</a:t>
            </a:r>
            <a:endParaRPr lang="en-US" sz="8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ventory dashboard with the cart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0" y="877824"/>
            <a:ext cx="3515685" cy="10566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450" b="1" spc="-24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tool, part</a:t>
            </a:r>
            <a:endParaRPr lang="en-US" sz="245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2450" b="1" spc="-24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consumable,</a:t>
            </a:r>
            <a:endParaRPr lang="en-US" sz="245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2450" b="1" spc="-24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accounted for.</a:t>
            </a:r>
            <a:endParaRPr lang="en-US" sz="2450" dirty="0"/>
          </a:p>
        </p:txBody>
      </p:sp>
      <p:sp>
        <p:nvSpPr>
          <p:cNvPr id="4" name="Text 1"/>
          <p:cNvSpPr txBox="1"/>
          <p:nvPr/>
        </p:nvSpPr>
        <p:spPr>
          <a:xfrm>
            <a:off x="5843016" y="2021253"/>
            <a:ext cx="3130540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Consumables</a:t>
            </a:r>
            <a:endParaRPr lang="en-US" sz="1020" dirty="0"/>
          </a:p>
        </p:txBody>
      </p:sp>
      <p:sp>
        <p:nvSpPr>
          <p:cNvPr id="5" name="Text 2"/>
          <p:cNvSpPr txBox="1"/>
          <p:nvPr/>
        </p:nvSpPr>
        <p:spPr>
          <a:xfrm>
            <a:off x="5843016" y="2465880"/>
            <a:ext cx="3130540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&amp; Calibration</a:t>
            </a:r>
            <a:endParaRPr lang="en-US" sz="1020" dirty="0"/>
          </a:p>
        </p:txBody>
      </p:sp>
      <p:sp>
        <p:nvSpPr>
          <p:cNvPr id="6" name="Text 3"/>
          <p:cNvSpPr txBox="1"/>
          <p:nvPr/>
        </p:nvSpPr>
        <p:spPr>
          <a:xfrm>
            <a:off x="5843016" y="2910507"/>
            <a:ext cx="3130540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Parts</a:t>
            </a:r>
            <a:endParaRPr lang="en-US" sz="1020" dirty="0"/>
          </a:p>
        </p:txBody>
      </p:sp>
      <p:sp>
        <p:nvSpPr>
          <p:cNvPr id="7" name="Text 4"/>
          <p:cNvSpPr txBox="1"/>
          <p:nvPr/>
        </p:nvSpPr>
        <p:spPr>
          <a:xfrm>
            <a:off x="5843016" y="3355134"/>
            <a:ext cx="3130540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To-Do and Audit Trail</a:t>
            </a:r>
            <a:endParaRPr lang="en-US" sz="1020" dirty="0"/>
          </a:p>
        </p:txBody>
      </p:sp>
      <p:sp>
        <p:nvSpPr>
          <p:cNvPr id="8" name="Text 5"/>
          <p:cNvSpPr txBox="1"/>
          <p:nvPr/>
        </p:nvSpPr>
        <p:spPr>
          <a:xfrm>
            <a:off x="5843016" y="2183559"/>
            <a:ext cx="3130540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 per warehouse against its safety level</a:t>
            </a:r>
            <a:endParaRPr lang="en-US" sz="840" dirty="0"/>
          </a:p>
        </p:txBody>
      </p:sp>
      <p:sp>
        <p:nvSpPr>
          <p:cNvPr id="9" name="Text 6"/>
          <p:cNvSpPr txBox="1"/>
          <p:nvPr/>
        </p:nvSpPr>
        <p:spPr>
          <a:xfrm>
            <a:off x="5843016" y="2628186"/>
            <a:ext cx="3130540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Borrow, return and calibration due dates</a:t>
            </a:r>
            <a:endParaRPr lang="en-US" sz="840" dirty="0"/>
          </a:p>
        </p:txBody>
      </p:sp>
      <p:sp>
        <p:nvSpPr>
          <p:cNvPr id="10" name="Text 7"/>
          <p:cNvSpPr txBox="1"/>
          <p:nvPr/>
        </p:nvSpPr>
        <p:spPr>
          <a:xfrm>
            <a:off x="5843016" y="3072813"/>
            <a:ext cx="3130540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OK, NG, Sorting and Hold per lot</a:t>
            </a:r>
            <a:endParaRPr lang="en-US" sz="840" dirty="0"/>
          </a:p>
        </p:txBody>
      </p:sp>
      <p:sp>
        <p:nvSpPr>
          <p:cNvPr id="11" name="Text 8"/>
          <p:cNvSpPr txBox="1"/>
          <p:nvPr/>
        </p:nvSpPr>
        <p:spPr>
          <a:xfrm>
            <a:off x="5843016" y="3517440"/>
            <a:ext cx="3130540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in one queue, every change on record</a:t>
            </a:r>
            <a:endParaRPr lang="en-US" sz="8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ools and Calibration list on desktop and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276481" y="402336"/>
            <a:ext cx="1582398" cy="193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spc="106" kern="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</a:t>
            </a:r>
            <a:endParaRPr lang="en-US" sz="760" dirty="0"/>
          </a:p>
        </p:txBody>
      </p:sp>
      <p:sp>
        <p:nvSpPr>
          <p:cNvPr id="4" name="Text 1"/>
          <p:cNvSpPr txBox="1"/>
          <p:nvPr/>
        </p:nvSpPr>
        <p:spPr>
          <a:xfrm>
            <a:off x="402336" y="877824"/>
            <a:ext cx="3653942" cy="758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520" b="1" spc="-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 a tool</a:t>
            </a:r>
            <a:endParaRPr lang="en-US" sz="2520" dirty="0"/>
          </a:p>
          <a:p>
            <a:pPr algn="l" indent="0" marL="0">
              <a:lnSpc>
                <a:spcPts val="2600"/>
              </a:lnSpc>
              <a:buNone/>
            </a:pPr>
            <a:r>
              <a:rPr lang="en-US" sz="2520" b="1" spc="-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minute.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758952" y="1719929"/>
            <a:ext cx="3268797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it</a:t>
            </a:r>
            <a:endParaRPr lang="en-US" sz="1020" dirty="0"/>
          </a:p>
        </p:txBody>
      </p:sp>
      <p:sp>
        <p:nvSpPr>
          <p:cNvPr id="6" name="Text 3"/>
          <p:cNvSpPr txBox="1"/>
          <p:nvPr/>
        </p:nvSpPr>
        <p:spPr>
          <a:xfrm>
            <a:off x="758952" y="2164556"/>
            <a:ext cx="3268797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it</a:t>
            </a:r>
            <a:endParaRPr lang="en-US" sz="1020" dirty="0"/>
          </a:p>
        </p:txBody>
      </p:sp>
      <p:sp>
        <p:nvSpPr>
          <p:cNvPr id="7" name="Text 4"/>
          <p:cNvSpPr txBox="1"/>
          <p:nvPr/>
        </p:nvSpPr>
        <p:spPr>
          <a:xfrm>
            <a:off x="758952" y="2609183"/>
            <a:ext cx="3268797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it</a:t>
            </a:r>
            <a:endParaRPr lang="en-US" sz="1020" dirty="0"/>
          </a:p>
        </p:txBody>
      </p:sp>
      <p:sp>
        <p:nvSpPr>
          <p:cNvPr id="8" name="Text 5"/>
          <p:cNvSpPr txBox="1"/>
          <p:nvPr/>
        </p:nvSpPr>
        <p:spPr>
          <a:xfrm>
            <a:off x="758952" y="3053810"/>
            <a:ext cx="3268797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it</a:t>
            </a:r>
            <a:endParaRPr lang="en-US" sz="1020" dirty="0"/>
          </a:p>
        </p:txBody>
      </p:sp>
      <p:sp>
        <p:nvSpPr>
          <p:cNvPr id="9" name="Text 6"/>
          <p:cNvSpPr txBox="1"/>
          <p:nvPr/>
        </p:nvSpPr>
        <p:spPr>
          <a:xfrm>
            <a:off x="758952" y="1882235"/>
            <a:ext cx="3268797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Search, or scan the barcode with your phone camera</a:t>
            </a:r>
            <a:endParaRPr lang="en-US" sz="840" dirty="0"/>
          </a:p>
        </p:txBody>
      </p:sp>
      <p:sp>
        <p:nvSpPr>
          <p:cNvPr id="10" name="Text 7"/>
          <p:cNvSpPr txBox="1"/>
          <p:nvPr/>
        </p:nvSpPr>
        <p:spPr>
          <a:xfrm>
            <a:off x="758952" y="2326862"/>
            <a:ext cx="3268797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Calibration valid-to date and usable range on every tool</a:t>
            </a:r>
            <a:endParaRPr lang="en-US" sz="840" dirty="0"/>
          </a:p>
        </p:txBody>
      </p:sp>
      <p:sp>
        <p:nvSpPr>
          <p:cNvPr id="11" name="Text 8"/>
          <p:cNvSpPr txBox="1"/>
          <p:nvPr/>
        </p:nvSpPr>
        <p:spPr>
          <a:xfrm>
            <a:off x="758952" y="2771489"/>
            <a:ext cx="3268797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to the cart and send one request</a:t>
            </a:r>
            <a:endParaRPr lang="en-US" sz="840" dirty="0"/>
          </a:p>
        </p:txBody>
      </p:sp>
      <p:sp>
        <p:nvSpPr>
          <p:cNvPr id="12" name="Text 9"/>
          <p:cNvSpPr txBox="1"/>
          <p:nvPr/>
        </p:nvSpPr>
        <p:spPr>
          <a:xfrm>
            <a:off x="758952" y="3216116"/>
            <a:ext cx="3268797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 returns are flagged, so nothing goes missing</a:t>
            </a:r>
            <a:endParaRPr lang="en-US" sz="8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ustomer Parts table with a delivery to confirm on a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0" y="877824"/>
            <a:ext cx="3515685" cy="7364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450" b="1" spc="-24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</a:t>
            </a:r>
            <a:endParaRPr lang="en-US" sz="245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2450" b="1" spc="-24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parts, lot by lot.</a:t>
            </a:r>
            <a:endParaRPr lang="en-US" sz="2450" dirty="0"/>
          </a:p>
        </p:txBody>
      </p:sp>
      <p:sp>
        <p:nvSpPr>
          <p:cNvPr id="4" name="Text 1"/>
          <p:cNvSpPr txBox="1"/>
          <p:nvPr/>
        </p:nvSpPr>
        <p:spPr>
          <a:xfrm>
            <a:off x="5843016" y="1701070"/>
            <a:ext cx="3130540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Inspection status per lot</a:t>
            </a:r>
            <a:endParaRPr lang="en-US" sz="1020" dirty="0"/>
          </a:p>
        </p:txBody>
      </p:sp>
      <p:sp>
        <p:nvSpPr>
          <p:cNvPr id="5" name="Text 2"/>
          <p:cNvSpPr txBox="1"/>
          <p:nvPr/>
        </p:nvSpPr>
        <p:spPr>
          <a:xfrm>
            <a:off x="5843016" y="2145697"/>
            <a:ext cx="3130540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Aged parts flagged</a:t>
            </a:r>
            <a:endParaRPr lang="en-US" sz="1020" dirty="0"/>
          </a:p>
        </p:txBody>
      </p:sp>
      <p:sp>
        <p:nvSpPr>
          <p:cNvPr id="6" name="Text 3"/>
          <p:cNvSpPr txBox="1"/>
          <p:nvPr/>
        </p:nvSpPr>
        <p:spPr>
          <a:xfrm>
            <a:off x="5843016" y="2590324"/>
            <a:ext cx="3130540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Deliveries in and out</a:t>
            </a:r>
            <a:endParaRPr lang="en-US" sz="1020" dirty="0"/>
          </a:p>
        </p:txBody>
      </p:sp>
      <p:sp>
        <p:nvSpPr>
          <p:cNvPr id="7" name="Text 4"/>
          <p:cNvSpPr txBox="1"/>
          <p:nvPr/>
        </p:nvSpPr>
        <p:spPr>
          <a:xfrm>
            <a:off x="5843016" y="3184684"/>
            <a:ext cx="3130540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what really arrived</a:t>
            </a:r>
            <a:endParaRPr lang="en-US" sz="1020" dirty="0"/>
          </a:p>
        </p:txBody>
      </p:sp>
      <p:sp>
        <p:nvSpPr>
          <p:cNvPr id="8" name="Text 5"/>
          <p:cNvSpPr txBox="1"/>
          <p:nvPr/>
        </p:nvSpPr>
        <p:spPr>
          <a:xfrm>
            <a:off x="5843016" y="1863376"/>
            <a:ext cx="3130540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OK, NG, Sorting and Hold, with the total and the lots</a:t>
            </a:r>
            <a:endParaRPr lang="en-US" sz="840" dirty="0"/>
          </a:p>
        </p:txBody>
      </p:sp>
      <p:sp>
        <p:nvSpPr>
          <p:cNvPr id="9" name="Text 6"/>
          <p:cNvSpPr txBox="1"/>
          <p:nvPr/>
        </p:nvSpPr>
        <p:spPr>
          <a:xfrm>
            <a:off x="5843016" y="2308003"/>
            <a:ext cx="3130540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Amber past the aged threshold, red past twice it</a:t>
            </a:r>
            <a:endParaRPr lang="en-US" sz="840" dirty="0"/>
          </a:p>
        </p:txBody>
      </p:sp>
      <p:sp>
        <p:nvSpPr>
          <p:cNvPr id="10" name="Text 7"/>
          <p:cNvSpPr txBox="1"/>
          <p:nvPr/>
        </p:nvSpPr>
        <p:spPr>
          <a:xfrm>
            <a:off x="5843016" y="2752630"/>
            <a:ext cx="3130540" cy="34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Several parts on one Asset In-Out Form; booked stock is</a:t>
            </a:r>
            <a:endParaRPr lang="en-US" sz="840" dirty="0"/>
          </a:p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reserved</a:t>
            </a:r>
            <a:endParaRPr lang="en-US" sz="840" dirty="0"/>
          </a:p>
        </p:txBody>
      </p:sp>
      <p:sp>
        <p:nvSpPr>
          <p:cNvPr id="11" name="Text 8"/>
          <p:cNvSpPr txBox="1"/>
          <p:nvPr/>
        </p:nvSpPr>
        <p:spPr>
          <a:xfrm>
            <a:off x="5843016" y="3346990"/>
            <a:ext cx="3130540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 quantities per line; any difference goes in the log</a:t>
            </a:r>
            <a:endParaRPr lang="en-US" sz="8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nsumables and Usage scree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276481" y="402336"/>
            <a:ext cx="1582398" cy="193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760" b="1" spc="106" kern="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</a:t>
            </a:r>
            <a:endParaRPr lang="en-US" sz="760" dirty="0"/>
          </a:p>
        </p:txBody>
      </p:sp>
      <p:sp>
        <p:nvSpPr>
          <p:cNvPr id="4" name="Text 1"/>
          <p:cNvSpPr txBox="1"/>
          <p:nvPr/>
        </p:nvSpPr>
        <p:spPr>
          <a:xfrm>
            <a:off x="402336" y="877824"/>
            <a:ext cx="3653942" cy="1087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520" b="1" spc="-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 problems</a:t>
            </a:r>
            <a:endParaRPr lang="en-US" sz="2520" dirty="0"/>
          </a:p>
          <a:p>
            <a:pPr algn="l" indent="0" marL="0">
              <a:lnSpc>
                <a:spcPts val="2600"/>
              </a:lnSpc>
              <a:buNone/>
            </a:pPr>
            <a:r>
              <a:rPr lang="en-US" sz="2520" b="1" spc="-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they</a:t>
            </a:r>
            <a:endParaRPr lang="en-US" sz="2520" dirty="0"/>
          </a:p>
          <a:p>
            <a:pPr algn="l" indent="0" marL="0">
              <a:lnSpc>
                <a:spcPts val="2600"/>
              </a:lnSpc>
              <a:buNone/>
            </a:pPr>
            <a:r>
              <a:rPr lang="en-US" sz="2520" b="1" spc="-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become findings.</a:t>
            </a:r>
            <a:endParaRPr lang="en-US" sz="2520" dirty="0"/>
          </a:p>
        </p:txBody>
      </p:sp>
      <p:sp>
        <p:nvSpPr>
          <p:cNvPr id="5" name="Text 2"/>
          <p:cNvSpPr txBox="1"/>
          <p:nvPr/>
        </p:nvSpPr>
        <p:spPr>
          <a:xfrm>
            <a:off x="758952" y="2049542"/>
            <a:ext cx="3268797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 run-out</a:t>
            </a:r>
            <a:endParaRPr lang="en-US" sz="1020" dirty="0"/>
          </a:p>
        </p:txBody>
      </p:sp>
      <p:sp>
        <p:nvSpPr>
          <p:cNvPr id="6" name="Text 3"/>
          <p:cNvSpPr txBox="1"/>
          <p:nvPr/>
        </p:nvSpPr>
        <p:spPr>
          <a:xfrm>
            <a:off x="758952" y="2494169"/>
            <a:ext cx="3268797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against the usual</a:t>
            </a:r>
            <a:endParaRPr lang="en-US" sz="1020" dirty="0"/>
          </a:p>
        </p:txBody>
      </p:sp>
      <p:sp>
        <p:nvSpPr>
          <p:cNvPr id="7" name="Text 4"/>
          <p:cNvSpPr txBox="1"/>
          <p:nvPr/>
        </p:nvSpPr>
        <p:spPr>
          <a:xfrm>
            <a:off x="758952" y="2938796"/>
            <a:ext cx="3268797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and alerts</a:t>
            </a:r>
            <a:endParaRPr lang="en-US" sz="1020" dirty="0"/>
          </a:p>
        </p:txBody>
      </p:sp>
      <p:sp>
        <p:nvSpPr>
          <p:cNvPr id="8" name="Text 5"/>
          <p:cNvSpPr txBox="1"/>
          <p:nvPr/>
        </p:nvSpPr>
        <p:spPr>
          <a:xfrm>
            <a:off x="758952" y="3383423"/>
            <a:ext cx="3268797" cy="2109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10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trail for ISO 9001</a:t>
            </a:r>
            <a:endParaRPr lang="en-US" sz="1020" dirty="0"/>
          </a:p>
        </p:txBody>
      </p:sp>
      <p:sp>
        <p:nvSpPr>
          <p:cNvPr id="9" name="Text 6"/>
          <p:cNvSpPr txBox="1"/>
          <p:nvPr/>
        </p:nvSpPr>
        <p:spPr>
          <a:xfrm>
            <a:off x="758952" y="2211848"/>
            <a:ext cx="3268797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stock and spikes in demand, per warehouse</a:t>
            </a:r>
            <a:endParaRPr lang="en-US" sz="840" dirty="0"/>
          </a:p>
        </p:txBody>
      </p:sp>
      <p:sp>
        <p:nvSpPr>
          <p:cNvPr id="10" name="Text 7"/>
          <p:cNvSpPr txBox="1"/>
          <p:nvPr/>
        </p:nvSpPr>
        <p:spPr>
          <a:xfrm>
            <a:off x="758952" y="2656475"/>
            <a:ext cx="3268797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site and engineer, exported to Excel</a:t>
            </a:r>
            <a:endParaRPr lang="en-US" sz="840" dirty="0"/>
          </a:p>
        </p:txBody>
      </p:sp>
      <p:sp>
        <p:nvSpPr>
          <p:cNvPr id="11" name="Text 8"/>
          <p:cNvSpPr txBox="1"/>
          <p:nvPr/>
        </p:nvSpPr>
        <p:spPr>
          <a:xfrm>
            <a:off x="758952" y="3101102"/>
            <a:ext cx="3268797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To-Do queue, with phone notifications</a:t>
            </a:r>
            <a:endParaRPr lang="en-US" sz="840" dirty="0"/>
          </a:p>
        </p:txBody>
      </p:sp>
      <p:sp>
        <p:nvSpPr>
          <p:cNvPr id="12" name="Text 9"/>
          <p:cNvSpPr txBox="1"/>
          <p:nvPr/>
        </p:nvSpPr>
        <p:spPr>
          <a:xfrm>
            <a:off x="758952" y="3545729"/>
            <a:ext cx="3268797" cy="194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changed what, and when</a:t>
            </a:r>
            <a:endParaRPr lang="en-US" sz="8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QR codes and app icons for both ap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02336" y="877824"/>
            <a:ext cx="4048963" cy="909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0"/>
              </a:lnSpc>
              <a:buNone/>
            </a:pPr>
            <a:r>
              <a:rPr lang="en-US" sz="302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apps fit</a:t>
            </a:r>
            <a:endParaRPr lang="en-US" sz="3020" dirty="0"/>
          </a:p>
          <a:p>
            <a:pPr algn="l" indent="0" marL="0">
              <a:lnSpc>
                <a:spcPts val="3110"/>
              </a:lnSpc>
              <a:buNone/>
            </a:pPr>
            <a:r>
              <a:rPr lang="en-US" sz="302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your pocket.</a:t>
            </a:r>
            <a:endParaRPr lang="en-US" sz="3020" dirty="0"/>
          </a:p>
        </p:txBody>
      </p:sp>
      <p:sp>
        <p:nvSpPr>
          <p:cNvPr id="4" name="Text 1"/>
          <p:cNvSpPr txBox="1"/>
          <p:nvPr/>
        </p:nvSpPr>
        <p:spPr>
          <a:xfrm>
            <a:off x="402336" y="1815084"/>
            <a:ext cx="4048963" cy="4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0"/>
              </a:lnSpc>
              <a:buNone/>
            </a:pPr>
            <a:r>
              <a:rPr lang="en-US" sz="108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app has its own phone layout and installs from the</a:t>
            </a:r>
            <a:endParaRPr lang="en-US" sz="1080" dirty="0"/>
          </a:p>
          <a:p>
            <a:pPr algn="l" indent="0" marL="0">
              <a:lnSpc>
                <a:spcPts val="1570"/>
              </a:lnSpc>
              <a:buNone/>
            </a:pPr>
            <a:r>
              <a:rPr lang="en-US" sz="1080" dirty="0">
                <a:solidFill>
                  <a:srgbClr val="9FB4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like a native app. No app store needed.</a:t>
            </a:r>
            <a:endParaRPr lang="en-US" sz="1080" dirty="0"/>
          </a:p>
        </p:txBody>
      </p:sp>
      <p:sp>
        <p:nvSpPr>
          <p:cNvPr id="5" name="Text 2"/>
          <p:cNvSpPr txBox="1"/>
          <p:nvPr/>
        </p:nvSpPr>
        <p:spPr>
          <a:xfrm>
            <a:off x="758952" y="2696623"/>
            <a:ext cx="3565063" cy="216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9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</a:t>
            </a:r>
            <a:pPr algn="l" indent="0" marL="0">
              <a:lnSpc>
                <a:spcPts val="1310"/>
              </a:lnSpc>
              <a:buNone/>
            </a:pPr>
            <a:r>
              <a:rPr lang="en-US" sz="940" dirty="0">
                <a:solidFill>
                  <a:srgbClr val="E9F0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code and sign in with your @trigo-group.com email.</a:t>
            </a:r>
            <a:endParaRPr lang="en-US" sz="940" dirty="0"/>
          </a:p>
        </p:txBody>
      </p:sp>
      <p:sp>
        <p:nvSpPr>
          <p:cNvPr id="6" name="Text 3"/>
          <p:cNvSpPr txBox="1"/>
          <p:nvPr/>
        </p:nvSpPr>
        <p:spPr>
          <a:xfrm>
            <a:off x="758952" y="3080671"/>
            <a:ext cx="3565063" cy="216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9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iPhone:</a:t>
            </a:r>
            <a:pPr algn="l" indent="0" marL="0">
              <a:lnSpc>
                <a:spcPts val="1310"/>
              </a:lnSpc>
              <a:buNone/>
            </a:pPr>
            <a:r>
              <a:rPr lang="en-US" sz="940" dirty="0">
                <a:solidFill>
                  <a:srgbClr val="E9F0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Safari tap Share, then Add to Home Screen.</a:t>
            </a:r>
            <a:endParaRPr lang="en-US" sz="940" dirty="0"/>
          </a:p>
        </p:txBody>
      </p:sp>
      <p:sp>
        <p:nvSpPr>
          <p:cNvPr id="7" name="Text 4"/>
          <p:cNvSpPr txBox="1"/>
          <p:nvPr/>
        </p:nvSpPr>
        <p:spPr>
          <a:xfrm>
            <a:off x="758952" y="3464719"/>
            <a:ext cx="3565063" cy="216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9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Android:</a:t>
            </a:r>
            <a:pPr algn="l" indent="0" marL="0">
              <a:lnSpc>
                <a:spcPts val="1310"/>
              </a:lnSpc>
              <a:buNone/>
            </a:pPr>
            <a:r>
              <a:rPr lang="en-US" sz="940" dirty="0">
                <a:solidFill>
                  <a:srgbClr val="E9F0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Chrome tap the menu, then Install app.</a:t>
            </a:r>
            <a:endParaRPr lang="en-US" sz="940" dirty="0"/>
          </a:p>
        </p:txBody>
      </p:sp>
      <p:sp>
        <p:nvSpPr>
          <p:cNvPr id="8" name="Text 5"/>
          <p:cNvSpPr txBox="1"/>
          <p:nvPr/>
        </p:nvSpPr>
        <p:spPr>
          <a:xfrm>
            <a:off x="4791022" y="2085546"/>
            <a:ext cx="1280886" cy="218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2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Manpower Board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982507" y="2085546"/>
            <a:ext cx="1433339" cy="218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2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&amp; Quality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04088" y="4507135"/>
            <a:ext cx="1204968" cy="221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Installable app (PWA)</a:t>
            </a:r>
            <a:endParaRPr lang="en-US" sz="860" dirty="0"/>
          </a:p>
        </p:txBody>
      </p:sp>
      <p:sp>
        <p:nvSpPr>
          <p:cNvPr id="11" name="Text 8"/>
          <p:cNvSpPr txBox="1"/>
          <p:nvPr/>
        </p:nvSpPr>
        <p:spPr>
          <a:xfrm>
            <a:off x="2350151" y="4507135"/>
            <a:ext cx="718290" cy="221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layout</a:t>
            </a:r>
            <a:endParaRPr lang="en-US" sz="860" dirty="0"/>
          </a:p>
        </p:txBody>
      </p:sp>
      <p:sp>
        <p:nvSpPr>
          <p:cNvPr id="12" name="Text 9"/>
          <p:cNvSpPr txBox="1"/>
          <p:nvPr/>
        </p:nvSpPr>
        <p:spPr>
          <a:xfrm>
            <a:off x="4624835" y="3977354"/>
            <a:ext cx="1759849" cy="165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6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trigoth-manpowerboard.netlify.app</a:t>
            </a:r>
            <a:endParaRPr lang="en-US" sz="650" dirty="0"/>
          </a:p>
        </p:txBody>
      </p:sp>
      <p:sp>
        <p:nvSpPr>
          <p:cNvPr id="13" name="Text 10"/>
          <p:cNvSpPr txBox="1"/>
          <p:nvPr/>
        </p:nvSpPr>
        <p:spPr>
          <a:xfrm>
            <a:off x="7052413" y="3977354"/>
            <a:ext cx="1439974" cy="165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6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trigoth-inventory.pages.dev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TRIGO apps intro deck</dc:title>
  <dc:subject>PptxGenJS Presentation</dc:subject>
  <dc:creator>TRIGO Quality Services Thailand</dc:creator>
  <cp:lastModifiedBy>TRIGO Quality Services Thailand</cp:lastModifiedBy>
  <cp:revision>1</cp:revision>
  <dcterms:created xsi:type="dcterms:W3CDTF">2026-10-15T14:29:01Z</dcterms:created>
  <dcterms:modified xsi:type="dcterms:W3CDTF">2026-10-15T14:29:01Z</dcterms:modified>
</cp:coreProperties>
</file>