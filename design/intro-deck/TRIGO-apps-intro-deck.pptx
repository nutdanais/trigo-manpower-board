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· The two apps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· Manpower: the daily board
Each card is a person, each column a mission with host, customer, shift and engineer. The tiles on top always add up: assigned plus leave plus standby equals total. The phone shows a forecast day being merged, one clash at a time: keep the carried-over plan or use the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· Manpower: planning ahead
Capacity compares demand per host with the people available. In the example, Wednesday 21/10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831702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QUALITY SOLUTION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63040"/>
            <a:ext cx="4339742" cy="16002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740" dirty="0"/>
          </a:p>
          <a:p>
            <a:pPr algn="l" indent="0" marL="0">
              <a:lnSpc>
                <a:spcPts val="3820"/>
              </a:lnSpc>
              <a:buNone/>
            </a:pPr>
            <a:r>
              <a:rPr lang="en-US" sz="3740" spc="-187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1F62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</a:t>
            </a:r>
            <a:pPr algn="l" indent="0" marL="0">
              <a:lnSpc>
                <a:spcPts val="3820"/>
              </a:lnSpc>
              <a:buNone/>
            </a:pPr>
            <a:r>
              <a:rPr lang="en-US" sz="3740" b="1" spc="-187" kern="0" dirty="0">
                <a:solidFill>
                  <a:srgbClr val="6098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</a:t>
            </a:r>
            <a:endParaRPr lang="en-US" sz="374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100673"/>
            <a:ext cx="3926434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 System tracks tools, parts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consumables. Both run in the browser and on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45379" y="4106513"/>
            <a:ext cx="866731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90" dirty="0"/>
          </a:p>
        </p:txBody>
      </p:sp>
      <p:sp>
        <p:nvSpPr>
          <p:cNvPr id="7" name="Text 4"/>
          <p:cNvSpPr txBox="1"/>
          <p:nvPr/>
        </p:nvSpPr>
        <p:spPr>
          <a:xfrm>
            <a:off x="2014395" y="4106513"/>
            <a:ext cx="962400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90" dirty="0"/>
          </a:p>
        </p:txBody>
      </p:sp>
      <p:sp>
        <p:nvSpPr>
          <p:cNvPr id="8" name="Text 5"/>
          <p:cNvSpPr txBox="1"/>
          <p:nvPr/>
        </p:nvSpPr>
        <p:spPr>
          <a:xfrm>
            <a:off x="3371993" y="4106513"/>
            <a:ext cx="741127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7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74539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203143" cy="1199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2810" dirty="0"/>
          </a:p>
          <a:p>
            <a:pPr algn="l" indent="0" marL="0">
              <a:lnSpc>
                <a:spcPts val="2860"/>
              </a:lnSpc>
              <a:buNone/>
            </a:pPr>
            <a:r>
              <a:rPr lang="en-US" sz="2810" spc="-14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1854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860"/>
              </a:lnSpc>
              <a:buNone/>
            </a:pPr>
            <a:r>
              <a:rPr lang="en-US" sz="2810" b="1" spc="-140" kern="0" dirty="0">
                <a:solidFill>
                  <a:srgbClr val="509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board.</a:t>
            </a:r>
            <a:endParaRPr lang="en-US" sz="281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63619"/>
            <a:ext cx="3203143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 missions, leave or standby, and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sees the 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3464862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888915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4457414"/>
            <a:ext cx="2607137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628739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4052792"/>
            <a:ext cx="2727838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4621292"/>
            <a:ext cx="2607137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337926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823106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247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2267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392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tomorrow.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319966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319966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1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ENGINEERS</a:t>
            </a:r>
            <a:endParaRPr lang="en-US" sz="68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4215384"/>
            <a:ext cx="2212116" cy="135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0"/>
              </a:lnSpc>
              <a:buNone/>
            </a:pPr>
            <a:r>
              <a:rPr lang="en-US" sz="680" spc="96" kern="0" dirty="0">
                <a:solidFill>
                  <a:srgbClr val="2E7F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MANAGEMENT</a:t>
            </a:r>
            <a:endParaRPr lang="en-US" sz="68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type.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4374404"/>
            <a:ext cx="2314529" cy="520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30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83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294290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MANPOWER BOARD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409798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A57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5593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view.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80464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80464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1076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670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E9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589467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3014663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43985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865054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75334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3178540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60373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4028932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041660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513125" cy="772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590" spc="-13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90" dirty="0"/>
          </a:p>
          <a:p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145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1D5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pPr algn="l" indent="0" marL="0">
              <a:lnSpc>
                <a:spcPts val="2640"/>
              </a:lnSpc>
              <a:buNone/>
            </a:pPr>
            <a:r>
              <a:rPr lang="en-US" sz="2590" b="1" spc="-130" kern="0" dirty="0">
                <a:solidFill>
                  <a:srgbClr val="4C8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minute.</a:t>
            </a:r>
            <a:endParaRPr lang="en-US" sz="259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82000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707196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32392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57588"/>
            <a:ext cx="290340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45877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71073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96269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21465"/>
            <a:ext cx="290340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7790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5486400" y="1426464"/>
            <a:ext cx="3616452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64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2E7E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649A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lot.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5907024" y="2263140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5907024" y="2688336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5907024" y="31123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5907024" y="3680889"/>
            <a:ext cx="3002158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5907024" y="2427018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5907024" y="2852214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5907024" y="3276267"/>
            <a:ext cx="3141147" cy="33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1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5907024" y="3844766"/>
            <a:ext cx="3002158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239171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INVENTORY &amp; QUALITY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26464"/>
            <a:ext cx="3719779" cy="750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 before</a:t>
            </a:r>
            <a:endParaRPr lang="en-US" sz="2520" dirty="0"/>
          </a:p>
          <a:p>
            <a:pPr algn="l" indent="0" marL="0">
              <a:lnSpc>
                <a:spcPts val="2570"/>
              </a:lnSpc>
              <a:buNone/>
            </a:pPr>
            <a:r>
              <a:rPr lang="en-US" sz="2520" spc="-126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1C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</a:t>
            </a:r>
            <a:pPr algn="l" indent="0" marL="0">
              <a:lnSpc>
                <a:spcPts val="2570"/>
              </a:lnSpc>
              <a:buNone/>
            </a:pPr>
            <a:r>
              <a:rPr lang="en-US" sz="2520" b="1" spc="-126" kern="0" dirty="0">
                <a:solidFill>
                  <a:srgbClr val="5894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877824" y="2263140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990" dirty="0"/>
          </a:p>
        </p:txBody>
      </p:sp>
      <p:sp>
        <p:nvSpPr>
          <p:cNvPr id="6" name="Text 3"/>
          <p:cNvSpPr txBox="1"/>
          <p:nvPr/>
        </p:nvSpPr>
        <p:spPr>
          <a:xfrm>
            <a:off x="877824" y="2688336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990" dirty="0"/>
          </a:p>
        </p:txBody>
      </p:sp>
      <p:sp>
        <p:nvSpPr>
          <p:cNvPr id="7" name="Text 4"/>
          <p:cNvSpPr txBox="1"/>
          <p:nvPr/>
        </p:nvSpPr>
        <p:spPr>
          <a:xfrm>
            <a:off x="877824" y="3113532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990" dirty="0"/>
          </a:p>
        </p:txBody>
      </p:sp>
      <p:sp>
        <p:nvSpPr>
          <p:cNvPr id="8" name="Text 5"/>
          <p:cNvSpPr txBox="1"/>
          <p:nvPr/>
        </p:nvSpPr>
        <p:spPr>
          <a:xfrm>
            <a:off x="877824" y="3538728"/>
            <a:ext cx="3100913" cy="2130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990" b="1" spc="-10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99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427018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10" dirty="0"/>
          </a:p>
        </p:txBody>
      </p:sp>
      <p:sp>
        <p:nvSpPr>
          <p:cNvPr id="10" name="Text 7"/>
          <p:cNvSpPr txBox="1"/>
          <p:nvPr/>
        </p:nvSpPr>
        <p:spPr>
          <a:xfrm>
            <a:off x="877824" y="2852214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10" dirty="0"/>
          </a:p>
        </p:txBody>
      </p:sp>
      <p:sp>
        <p:nvSpPr>
          <p:cNvPr id="11" name="Text 8"/>
          <p:cNvSpPr txBox="1"/>
          <p:nvPr/>
        </p:nvSpPr>
        <p:spPr>
          <a:xfrm>
            <a:off x="877824" y="3277410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10" dirty="0"/>
          </a:p>
        </p:txBody>
      </p:sp>
      <p:sp>
        <p:nvSpPr>
          <p:cNvPr id="12" name="Text 9"/>
          <p:cNvSpPr txBox="1"/>
          <p:nvPr/>
        </p:nvSpPr>
        <p:spPr>
          <a:xfrm>
            <a:off x="877824" y="3702606"/>
            <a:ext cx="3100913" cy="187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81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D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808" y="1188720"/>
            <a:ext cx="3140415" cy="118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20"/>
              </a:lnSpc>
              <a:buNone/>
            </a:pPr>
            <a:r>
              <a:rPr lang="en-US" sz="720" spc="115" kern="0" dirty="0">
                <a:solidFill>
                  <a:srgbClr val="5A6E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YOUR PHONE</a:t>
            </a:r>
            <a:endParaRPr lang="en-US" sz="72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444752"/>
            <a:ext cx="3616452" cy="943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3170" spc="-158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 in</a:t>
            </a:r>
            <a:endParaRPr lang="en-US" sz="3170" dirty="0"/>
          </a:p>
          <a:p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1854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3230"/>
              </a:lnSpc>
              <a:buNone/>
            </a:pPr>
            <a:r>
              <a:rPr lang="en-US" sz="3170" b="1" spc="-158" kern="0" dirty="0">
                <a:solidFill>
                  <a:srgbClr val="5090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pocket.</a:t>
            </a:r>
            <a:endParaRPr lang="en-US" sz="317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430018"/>
            <a:ext cx="3616452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browser like a native app. No app</a:t>
            </a:r>
            <a:endParaRPr lang="en-US" sz="1080" dirty="0"/>
          </a:p>
          <a:p>
            <a:pPr algn="l" indent="0" marL="0">
              <a:lnSpc>
                <a:spcPts val="1620"/>
              </a:lnSpc>
              <a:buNone/>
            </a:pPr>
            <a:r>
              <a:rPr lang="en-US" sz="108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needed.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248406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064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7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731038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7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054650"/>
            <a:ext cx="335768" cy="225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1370" b="1" spc="-41" kern="0" dirty="0">
                <a:solidFill>
                  <a:srgbClr val="256D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7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284982"/>
            <a:ext cx="3151480" cy="36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</a:t>
            </a:r>
            <a:endParaRPr lang="en-US" sz="860" dirty="0"/>
          </a:p>
          <a:p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email.</a:t>
            </a:r>
            <a:endParaRPr lang="en-US" sz="86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767614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091226"/>
            <a:ext cx="3012034" cy="20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60" b="1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5A6E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533567" y="1865376"/>
            <a:ext cx="1307581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220" dirty="0"/>
          </a:p>
        </p:txBody>
      </p:sp>
      <p:sp>
        <p:nvSpPr>
          <p:cNvPr id="13" name="Text 10"/>
          <p:cNvSpPr txBox="1"/>
          <p:nvPr/>
        </p:nvSpPr>
        <p:spPr>
          <a:xfrm>
            <a:off x="6899862" y="1865376"/>
            <a:ext cx="1450004" cy="3131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20" b="1" spc="-31" kern="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220" dirty="0"/>
          </a:p>
        </p:txBody>
      </p:sp>
      <p:sp>
        <p:nvSpPr>
          <p:cNvPr id="14" name="Text 11"/>
          <p:cNvSpPr txBox="1"/>
          <p:nvPr/>
        </p:nvSpPr>
        <p:spPr>
          <a:xfrm>
            <a:off x="5409819" y="4389120"/>
            <a:ext cx="1074426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790" dirty="0"/>
          </a:p>
        </p:txBody>
      </p:sp>
      <p:sp>
        <p:nvSpPr>
          <p:cNvPr id="15" name="Text 12"/>
          <p:cNvSpPr txBox="1"/>
          <p:nvPr/>
        </p:nvSpPr>
        <p:spPr>
          <a:xfrm>
            <a:off x="6871145" y="4389120"/>
            <a:ext cx="661043" cy="2838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90" dirty="0">
                <a:solidFill>
                  <a:srgbClr val="06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790" dirty="0"/>
          </a:p>
        </p:txBody>
      </p:sp>
      <p:sp>
        <p:nvSpPr>
          <p:cNvPr id="16" name="Text 13"/>
          <p:cNvSpPr txBox="1"/>
          <p:nvPr/>
        </p:nvSpPr>
        <p:spPr>
          <a:xfrm>
            <a:off x="4225911" y="3761327"/>
            <a:ext cx="18258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trigoth-manpowerboard.netlify.app</a:t>
            </a:r>
            <a:endParaRPr lang="en-US" sz="720" dirty="0"/>
          </a:p>
        </p:txBody>
      </p:sp>
      <p:sp>
        <p:nvSpPr>
          <p:cNvPr id="17" name="Text 14"/>
          <p:cNvSpPr txBox="1"/>
          <p:nvPr/>
        </p:nvSpPr>
        <p:spPr>
          <a:xfrm>
            <a:off x="6825630" y="3761327"/>
            <a:ext cx="149120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60"/>
              </a:lnSpc>
              <a:buNone/>
            </a:pPr>
            <a:r>
              <a:rPr lang="en-US" sz="720" dirty="0">
                <a:solidFill>
                  <a:srgbClr val="0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trigoth-inventory.pages.dev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2026-10-16T17:41:33Z</dcterms:created>
  <dcterms:modified xsi:type="dcterms:W3CDTF">2026-10-16T17:41:33Z</dcterms:modified>
</cp:coreProperties>
</file>