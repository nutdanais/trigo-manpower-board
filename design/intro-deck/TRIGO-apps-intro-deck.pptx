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Opening
Two internal tools, built for our sites. Same sign-in domain, same look, both installable on a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Manpower: the daily board
Each card is a person, each column a mission with host, customer, shift and engineer. The tiles on top always add up: assigned plus leave plus standby equals total. The phone shows a day being merged: the carried-over plan beside the forecast, with each difference waiting for a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Manpower: planning ahead
Capacity compares demand per host with the people available. In the example, Monday 19/10 needs 40 against 36, so it shows 4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Manpower: what managers see
Overview answers "is everyone placed?" first, then the numbers. Every chart has the exact figures on hover.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Inventory: the system
Rayong and Amata warehouses, one at a time or both. The dashboard opens on what needs attention: out of stock, calibration overdue, returns late, parts aged over 60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Inventory: the engineer's day
The same flow works for consumables (issue from stock) and customer parts (deliveries in and out). Camera scanning works in Chrome and Edge; a handheld scanner works everywhere.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· Inventory: customer parts
Parts are tracked by the customer's part number, mission number and responsible engineer. A delivery due today shows on the To-Do list and in the bell until someone confirms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· Inventory: for management
Usage compares this period with the average of the previous three months. Open a site to see who issued what there. It is a fact to review, not a ranking of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· On your phone
New accounts are approved once by an admin. After installing, the app opens full screen from the home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ver: Inventory dashboard and Manpower Board screensho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88720"/>
            <a:ext cx="383170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 QUALITY SOLUTION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463040"/>
            <a:ext cx="4147718" cy="1600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0"/>
              </a:lnSpc>
              <a:buNone/>
            </a:pPr>
            <a:r>
              <a:rPr lang="en-US" sz="3740" spc="-187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apps for</a:t>
            </a:r>
            <a:endParaRPr lang="en-US" sz="3740" dirty="0"/>
          </a:p>
          <a:p>
            <a:pPr algn="l" indent="0" marL="0">
              <a:lnSpc>
                <a:spcPts val="3820"/>
              </a:lnSpc>
              <a:buNone/>
            </a:pPr>
            <a:r>
              <a:rPr lang="en-US" sz="3740" spc="-187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 we</a:t>
            </a:r>
            <a:endParaRPr lang="en-US" sz="3740" dirty="0"/>
          </a:p>
          <a:p>
            <a:pPr algn="l" indent="0" marL="0">
              <a:lnSpc>
                <a:spcPts val="3820"/>
              </a:lnSpc>
              <a:buNone/>
            </a:pPr>
            <a:r>
              <a:rPr lang="en-US" sz="3740" spc="-187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pPr algn="l" indent="0" marL="0">
              <a:lnSpc>
                <a:spcPts val="3820"/>
              </a:lnSpc>
              <a:buNone/>
            </a:pPr>
            <a:r>
              <a:rPr lang="en-US" sz="3740" b="1" spc="-187" kern="0" dirty="0">
                <a:solidFill>
                  <a:srgbClr val="1F62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</a:t>
            </a:r>
            <a:pPr algn="l" indent="0" marL="0">
              <a:lnSpc>
                <a:spcPts val="3820"/>
              </a:lnSpc>
              <a:buNone/>
            </a:pPr>
            <a:r>
              <a:rPr lang="en-US" sz="3740" b="1" spc="-187" kern="0" dirty="0">
                <a:solidFill>
                  <a:srgbClr val="609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day.</a:t>
            </a:r>
            <a:endParaRPr lang="en-US" sz="374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100673"/>
            <a:ext cx="3752698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Manpower Board plans who goes where. The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&amp; Quality System tracks tools, parts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consumables. Both run in the browser and on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phone.</a:t>
            </a:r>
            <a:endParaRPr lang="en-US" sz="1080" dirty="0"/>
          </a:p>
        </p:txBody>
      </p:sp>
      <p:sp>
        <p:nvSpPr>
          <p:cNvPr id="6" name="Text 3"/>
          <p:cNvSpPr txBox="1"/>
          <p:nvPr/>
        </p:nvSpPr>
        <p:spPr>
          <a:xfrm>
            <a:off x="745379" y="4106513"/>
            <a:ext cx="866731" cy="283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9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Manpower Board</a:t>
            </a:r>
            <a:endParaRPr lang="en-US" sz="790" dirty="0"/>
          </a:p>
        </p:txBody>
      </p:sp>
      <p:sp>
        <p:nvSpPr>
          <p:cNvPr id="7" name="Text 4"/>
          <p:cNvSpPr txBox="1"/>
          <p:nvPr/>
        </p:nvSpPr>
        <p:spPr>
          <a:xfrm>
            <a:off x="2014395" y="4106513"/>
            <a:ext cx="962400" cy="283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9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&amp; Quality</a:t>
            </a:r>
            <a:endParaRPr lang="en-US" sz="790" dirty="0"/>
          </a:p>
        </p:txBody>
      </p:sp>
      <p:sp>
        <p:nvSpPr>
          <p:cNvPr id="8" name="Text 5"/>
          <p:cNvSpPr txBox="1"/>
          <p:nvPr/>
        </p:nvSpPr>
        <p:spPr>
          <a:xfrm>
            <a:off x="3371993" y="4106513"/>
            <a:ext cx="741127" cy="283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9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your phone</a:t>
            </a:r>
            <a:endParaRPr lang="en-US" sz="79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npower Board on desktop with the forecast merge on a 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88720"/>
            <a:ext cx="274539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MANPOWER BOARD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426464"/>
            <a:ext cx="3061411" cy="1199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810" spc="-14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Tomorrow's</a:t>
            </a:r>
            <a:endParaRPr lang="en-US" sz="2810" dirty="0"/>
          </a:p>
          <a:p>
            <a:pPr algn="l" indent="0" marL="0">
              <a:lnSpc>
                <a:spcPts val="2860"/>
              </a:lnSpc>
              <a:buNone/>
            </a:pPr>
            <a:r>
              <a:rPr lang="en-US" sz="2810" spc="-14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crew, planned</a:t>
            </a:r>
            <a:endParaRPr lang="en-US" sz="2810" dirty="0"/>
          </a:p>
          <a:p>
            <a:pPr algn="l" indent="0" marL="0">
              <a:lnSpc>
                <a:spcPts val="2860"/>
              </a:lnSpc>
              <a:buNone/>
            </a:pPr>
            <a:r>
              <a:rPr lang="en-US" sz="2810" spc="-14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</a:t>
            </a:r>
            <a:pPr algn="l" indent="0" marL="0">
              <a:lnSpc>
                <a:spcPts val="2860"/>
              </a:lnSpc>
              <a:buNone/>
            </a:pPr>
            <a:r>
              <a:rPr lang="en-US" sz="2810" b="1" spc="-140" kern="0" dirty="0">
                <a:solidFill>
                  <a:srgbClr val="185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one</a:t>
            </a:r>
            <a:pPr algn="l" indent="0" marL="0">
              <a:lnSpc>
                <a:spcPts val="2860"/>
              </a:lnSpc>
              <a:buNone/>
            </a:pPr>
            <a:r>
              <a:rPr lang="en-US" sz="2810" b="1" spc="-140" kern="0" dirty="0">
                <a:solidFill>
                  <a:srgbClr val="509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board.</a:t>
            </a:r>
            <a:endParaRPr lang="en-US" sz="281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663619"/>
            <a:ext cx="3061411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magnet board, made digital. Drag people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 missions, leave or standby, and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sees the same plan, live.</a:t>
            </a:r>
            <a:endParaRPr lang="en-US" sz="1080" dirty="0"/>
          </a:p>
        </p:txBody>
      </p:sp>
      <p:sp>
        <p:nvSpPr>
          <p:cNvPr id="6" name="Text 3"/>
          <p:cNvSpPr txBox="1"/>
          <p:nvPr/>
        </p:nvSpPr>
        <p:spPr>
          <a:xfrm>
            <a:off x="877824" y="3464862"/>
            <a:ext cx="2607137" cy="21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and drop planning</a:t>
            </a:r>
            <a:endParaRPr lang="en-US" sz="99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3888915"/>
            <a:ext cx="2607137" cy="21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go, what to wear</a:t>
            </a:r>
            <a:endParaRPr lang="en-US" sz="990" dirty="0"/>
          </a:p>
        </p:txBody>
      </p:sp>
      <p:sp>
        <p:nvSpPr>
          <p:cNvPr id="8" name="Text 5"/>
          <p:cNvSpPr txBox="1"/>
          <p:nvPr/>
        </p:nvSpPr>
        <p:spPr>
          <a:xfrm>
            <a:off x="877824" y="4457414"/>
            <a:ext cx="2607137" cy="21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a finished plan</a:t>
            </a:r>
            <a:endParaRPr lang="en-US" sz="99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3628739"/>
            <a:ext cx="2607137" cy="187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board per site, one card per person</a:t>
            </a:r>
            <a:endParaRPr lang="en-US" sz="81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4052792"/>
            <a:ext cx="2607137" cy="33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host name opens Google Maps; PPE is on the</a:t>
            </a:r>
            <a:endParaRPr lang="en-US" sz="810" dirty="0"/>
          </a:p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</a:t>
            </a:r>
            <a:endParaRPr lang="en-US" sz="81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4621292"/>
            <a:ext cx="2607137" cy="187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bumps it by accident</a:t>
            </a:r>
            <a:endParaRPr lang="en-US" sz="8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pacity grid with two short day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88720"/>
            <a:ext cx="333792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MANPOWER BOARD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426464"/>
            <a:ext cx="3653942" cy="772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590" spc="-13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weeks ahead,</a:t>
            </a:r>
            <a:endParaRPr lang="en-US" sz="2590" dirty="0"/>
          </a:p>
          <a:p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1247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226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just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539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tomorrow.</a:t>
            </a:r>
            <a:endParaRPr lang="en-US" sz="2590" dirty="0"/>
          </a:p>
        </p:txBody>
      </p:sp>
      <p:sp>
        <p:nvSpPr>
          <p:cNvPr id="5" name="Text 2"/>
          <p:cNvSpPr txBox="1"/>
          <p:nvPr/>
        </p:nvSpPr>
        <p:spPr>
          <a:xfrm>
            <a:off x="877824" y="2282000"/>
            <a:ext cx="3199668" cy="21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over the last working day</a:t>
            </a:r>
            <a:endParaRPr lang="en-US" sz="990" dirty="0"/>
          </a:p>
        </p:txBody>
      </p:sp>
      <p:sp>
        <p:nvSpPr>
          <p:cNvPr id="6" name="Text 3"/>
          <p:cNvSpPr txBox="1"/>
          <p:nvPr/>
        </p:nvSpPr>
        <p:spPr>
          <a:xfrm>
            <a:off x="877824" y="2707196"/>
            <a:ext cx="3199668" cy="21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days</a:t>
            </a:r>
            <a:endParaRPr lang="en-US" sz="99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3132392"/>
            <a:ext cx="3199668" cy="21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</a:t>
            </a:r>
            <a:endParaRPr lang="en-US" sz="990" dirty="0"/>
          </a:p>
        </p:txBody>
      </p:sp>
      <p:sp>
        <p:nvSpPr>
          <p:cNvPr id="8" name="Text 5"/>
          <p:cNvSpPr txBox="1"/>
          <p:nvPr/>
        </p:nvSpPr>
        <p:spPr>
          <a:xfrm>
            <a:off x="877824" y="3557588"/>
            <a:ext cx="3199668" cy="21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99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2445877"/>
            <a:ext cx="3199668" cy="187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click, then change only what moved</a:t>
            </a:r>
            <a:endParaRPr lang="en-US" sz="81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871073"/>
            <a:ext cx="3199668" cy="187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Tentative plans kept apart, merged with a side-by-side review</a:t>
            </a:r>
            <a:endParaRPr lang="en-US" sz="81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3296269"/>
            <a:ext cx="3199668" cy="187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someone another engineer planned and they are told</a:t>
            </a:r>
            <a:endParaRPr lang="en-US" sz="810" dirty="0"/>
          </a:p>
        </p:txBody>
      </p:sp>
      <p:sp>
        <p:nvSpPr>
          <p:cNvPr id="12" name="Text 9"/>
          <p:cNvSpPr txBox="1"/>
          <p:nvPr/>
        </p:nvSpPr>
        <p:spPr>
          <a:xfrm>
            <a:off x="877824" y="3721465"/>
            <a:ext cx="3199668" cy="187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JPG, PDF and Excel, plus the org chart as PowerPoint</a:t>
            </a:r>
            <a:endParaRPr lang="en-US" sz="810" dirty="0"/>
          </a:p>
        </p:txBody>
      </p:sp>
      <p:sp>
        <p:nvSpPr>
          <p:cNvPr id="13" name="Text 10"/>
          <p:cNvSpPr txBox="1"/>
          <p:nvPr/>
        </p:nvSpPr>
        <p:spPr>
          <a:xfrm>
            <a:off x="4389120" y="4215384"/>
            <a:ext cx="2212116" cy="13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0"/>
              </a:lnSpc>
              <a:buNone/>
            </a:pPr>
            <a:r>
              <a:rPr lang="en-US" sz="680" spc="96" kern="0" dirty="0">
                <a:solidFill>
                  <a:srgbClr val="2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ENGINEERS</a:t>
            </a:r>
            <a:endParaRPr lang="en-US" sz="680" dirty="0"/>
          </a:p>
        </p:txBody>
      </p:sp>
      <p:sp>
        <p:nvSpPr>
          <p:cNvPr id="14" name="Text 11"/>
          <p:cNvSpPr txBox="1"/>
          <p:nvPr/>
        </p:nvSpPr>
        <p:spPr>
          <a:xfrm>
            <a:off x="6638544" y="4215384"/>
            <a:ext cx="2212116" cy="13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0"/>
              </a:lnSpc>
              <a:buNone/>
            </a:pPr>
            <a:r>
              <a:rPr lang="en-US" sz="680" spc="96" kern="0" dirty="0">
                <a:solidFill>
                  <a:srgbClr val="2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MANAGEMENT</a:t>
            </a:r>
            <a:endParaRPr lang="en-US" sz="680" dirty="0"/>
          </a:p>
        </p:txBody>
      </p:sp>
      <p:sp>
        <p:nvSpPr>
          <p:cNvPr id="15" name="Text 12"/>
          <p:cNvSpPr txBox="1"/>
          <p:nvPr/>
        </p:nvSpPr>
        <p:spPr>
          <a:xfrm>
            <a:off x="4389120" y="4374404"/>
            <a:ext cx="2212116" cy="520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3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people each host needs per day.</a:t>
            </a:r>
            <a:endParaRPr lang="en-US" sz="830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83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grid shows every short day as you</a:t>
            </a:r>
            <a:endParaRPr lang="en-US" sz="830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83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type.</a:t>
            </a:r>
            <a:endParaRPr lang="en-US" sz="830" dirty="0"/>
          </a:p>
        </p:txBody>
      </p:sp>
      <p:sp>
        <p:nvSpPr>
          <p:cNvPr id="16" name="Text 13"/>
          <p:cNvSpPr txBox="1"/>
          <p:nvPr/>
        </p:nvSpPr>
        <p:spPr>
          <a:xfrm>
            <a:off x="6638544" y="4374404"/>
            <a:ext cx="2212116" cy="520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3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days show in red weeks before they</a:t>
            </a:r>
            <a:endParaRPr lang="en-US" sz="830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83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happen, with the worst day and peak</a:t>
            </a:r>
            <a:endParaRPr lang="en-US" sz="830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83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on top.</a:t>
            </a:r>
            <a:endParaRPr lang="en-US" sz="8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npower Overview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88720"/>
            <a:ext cx="294290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MANPOWER BOARD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426464"/>
            <a:ext cx="3258922" cy="772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590" spc="-13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crew</a:t>
            </a:r>
            <a:endParaRPr lang="en-US" sz="2590" dirty="0"/>
          </a:p>
          <a:p>
            <a:pPr algn="l" indent="0" marL="0">
              <a:lnSpc>
                <a:spcPts val="2640"/>
              </a:lnSpc>
              <a:buNone/>
            </a:pPr>
            <a:r>
              <a:rPr lang="en-US" sz="2590" spc="-13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1A5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one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559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view.</a:t>
            </a:r>
            <a:endParaRPr lang="en-US" sz="2590" dirty="0"/>
          </a:p>
        </p:txBody>
      </p:sp>
      <p:sp>
        <p:nvSpPr>
          <p:cNvPr id="5" name="Text 2"/>
          <p:cNvSpPr txBox="1"/>
          <p:nvPr/>
        </p:nvSpPr>
        <p:spPr>
          <a:xfrm>
            <a:off x="877824" y="2282000"/>
            <a:ext cx="2804648" cy="21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Utilization you can trust</a:t>
            </a:r>
            <a:endParaRPr lang="en-US" sz="990" dirty="0"/>
          </a:p>
        </p:txBody>
      </p:sp>
      <p:sp>
        <p:nvSpPr>
          <p:cNvPr id="6" name="Text 3"/>
          <p:cNvSpPr txBox="1"/>
          <p:nvPr/>
        </p:nvSpPr>
        <p:spPr>
          <a:xfrm>
            <a:off x="877824" y="2707196"/>
            <a:ext cx="2804648" cy="21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staff named</a:t>
            </a:r>
            <a:endParaRPr lang="en-US" sz="99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3132392"/>
            <a:ext cx="2804648" cy="21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board</a:t>
            </a:r>
            <a:endParaRPr lang="en-US" sz="990" dirty="0"/>
          </a:p>
        </p:txBody>
      </p:sp>
      <p:sp>
        <p:nvSpPr>
          <p:cNvPr id="8" name="Text 5"/>
          <p:cNvSpPr txBox="1"/>
          <p:nvPr/>
        </p:nvSpPr>
        <p:spPr>
          <a:xfrm>
            <a:off x="877824" y="3557588"/>
            <a:ext cx="2804648" cy="21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and workload</a:t>
            </a:r>
            <a:endParaRPr lang="en-US" sz="99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2445877"/>
            <a:ext cx="2804648" cy="187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On-call staff who were not called stay out of the figure</a:t>
            </a:r>
            <a:endParaRPr lang="en-US" sz="81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871073"/>
            <a:ext cx="2804648" cy="187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 staff with no mission, listed by board</a:t>
            </a:r>
            <a:endParaRPr lang="en-US" sz="81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3296269"/>
            <a:ext cx="2804648" cy="187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Missions, headcount, leave and idle side by side</a:t>
            </a:r>
            <a:endParaRPr lang="en-US" sz="810" dirty="0"/>
          </a:p>
        </p:txBody>
      </p:sp>
      <p:sp>
        <p:nvSpPr>
          <p:cNvPr id="12" name="Text 9"/>
          <p:cNvSpPr txBox="1"/>
          <p:nvPr/>
        </p:nvSpPr>
        <p:spPr>
          <a:xfrm>
            <a:off x="877824" y="3721465"/>
            <a:ext cx="2804648" cy="187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Utilization over time and missions per engineer</a:t>
            </a:r>
            <a:endParaRPr lang="en-US" sz="8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nventory dashboard with the cart on a 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779008" y="1188720"/>
            <a:ext cx="314041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 &amp; QUALITY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5486400" y="1426464"/>
            <a:ext cx="3456432" cy="107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70"/>
              </a:lnSpc>
              <a:buNone/>
            </a:pPr>
            <a:r>
              <a:rPr lang="en-US" sz="2520" spc="-126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tool, part</a:t>
            </a:r>
            <a:endParaRPr lang="en-US" sz="2520" dirty="0"/>
          </a:p>
          <a:p>
            <a:pPr algn="l" indent="0" marL="0">
              <a:lnSpc>
                <a:spcPts val="2570"/>
              </a:lnSpc>
              <a:buNone/>
            </a:pPr>
            <a:r>
              <a:rPr lang="en-US" sz="2520" spc="-126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consumable,</a:t>
            </a:r>
            <a:endParaRPr lang="en-US" sz="2520" dirty="0"/>
          </a:p>
          <a:p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267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accounted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6E9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for.</a:t>
            </a:r>
            <a:endParaRPr lang="en-US" sz="2520" dirty="0"/>
          </a:p>
        </p:txBody>
      </p:sp>
      <p:sp>
        <p:nvSpPr>
          <p:cNvPr id="5" name="Text 2"/>
          <p:cNvSpPr txBox="1"/>
          <p:nvPr/>
        </p:nvSpPr>
        <p:spPr>
          <a:xfrm>
            <a:off x="5907024" y="2589467"/>
            <a:ext cx="3002158" cy="21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Consumables</a:t>
            </a:r>
            <a:endParaRPr lang="en-US" sz="990" dirty="0"/>
          </a:p>
        </p:txBody>
      </p:sp>
      <p:sp>
        <p:nvSpPr>
          <p:cNvPr id="6" name="Text 3"/>
          <p:cNvSpPr txBox="1"/>
          <p:nvPr/>
        </p:nvSpPr>
        <p:spPr>
          <a:xfrm>
            <a:off x="5907024" y="3014663"/>
            <a:ext cx="3002158" cy="21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Calibration</a:t>
            </a:r>
            <a:endParaRPr lang="en-US" sz="990" dirty="0"/>
          </a:p>
        </p:txBody>
      </p:sp>
      <p:sp>
        <p:nvSpPr>
          <p:cNvPr id="7" name="Text 4"/>
          <p:cNvSpPr txBox="1"/>
          <p:nvPr/>
        </p:nvSpPr>
        <p:spPr>
          <a:xfrm>
            <a:off x="5907024" y="3439859"/>
            <a:ext cx="3002158" cy="21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Parts</a:t>
            </a:r>
            <a:endParaRPr lang="en-US" sz="990" dirty="0"/>
          </a:p>
        </p:txBody>
      </p:sp>
      <p:sp>
        <p:nvSpPr>
          <p:cNvPr id="8" name="Text 5"/>
          <p:cNvSpPr txBox="1"/>
          <p:nvPr/>
        </p:nvSpPr>
        <p:spPr>
          <a:xfrm>
            <a:off x="5907024" y="3865054"/>
            <a:ext cx="3002158" cy="21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To-Do and Audit Trail</a:t>
            </a:r>
            <a:endParaRPr lang="en-US" sz="990" dirty="0"/>
          </a:p>
        </p:txBody>
      </p:sp>
      <p:sp>
        <p:nvSpPr>
          <p:cNvPr id="9" name="Text 6"/>
          <p:cNvSpPr txBox="1"/>
          <p:nvPr/>
        </p:nvSpPr>
        <p:spPr>
          <a:xfrm>
            <a:off x="5907024" y="2753344"/>
            <a:ext cx="3002158" cy="187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per warehouse against its safety level</a:t>
            </a:r>
            <a:endParaRPr lang="en-US" sz="810" dirty="0"/>
          </a:p>
        </p:txBody>
      </p:sp>
      <p:sp>
        <p:nvSpPr>
          <p:cNvPr id="10" name="Text 7"/>
          <p:cNvSpPr txBox="1"/>
          <p:nvPr/>
        </p:nvSpPr>
        <p:spPr>
          <a:xfrm>
            <a:off x="5907024" y="3178540"/>
            <a:ext cx="3002158" cy="187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Borrow, return and calibration due dates</a:t>
            </a:r>
            <a:endParaRPr lang="en-US" sz="810" dirty="0"/>
          </a:p>
        </p:txBody>
      </p:sp>
      <p:sp>
        <p:nvSpPr>
          <p:cNvPr id="11" name="Text 8"/>
          <p:cNvSpPr txBox="1"/>
          <p:nvPr/>
        </p:nvSpPr>
        <p:spPr>
          <a:xfrm>
            <a:off x="5907024" y="3603736"/>
            <a:ext cx="3002158" cy="187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OK, NG, Sorting and Hold per lot</a:t>
            </a:r>
            <a:endParaRPr lang="en-US" sz="810" dirty="0"/>
          </a:p>
        </p:txBody>
      </p:sp>
      <p:sp>
        <p:nvSpPr>
          <p:cNvPr id="12" name="Text 9"/>
          <p:cNvSpPr txBox="1"/>
          <p:nvPr/>
        </p:nvSpPr>
        <p:spPr>
          <a:xfrm>
            <a:off x="5907024" y="4028932"/>
            <a:ext cx="3002158" cy="187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 in one queue, every change on record</a:t>
            </a:r>
            <a:endParaRPr lang="en-US" sz="8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ools and Calibration list on desktop and 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88720"/>
            <a:ext cx="30416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 &amp; QUALITY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426464"/>
            <a:ext cx="3357677" cy="772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590" spc="-13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 a tool</a:t>
            </a:r>
            <a:endParaRPr lang="en-US" sz="2590" dirty="0"/>
          </a:p>
          <a:p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114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1D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4C8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minute.</a:t>
            </a:r>
            <a:endParaRPr lang="en-US" sz="2590" dirty="0"/>
          </a:p>
        </p:txBody>
      </p:sp>
      <p:sp>
        <p:nvSpPr>
          <p:cNvPr id="5" name="Text 2"/>
          <p:cNvSpPr txBox="1"/>
          <p:nvPr/>
        </p:nvSpPr>
        <p:spPr>
          <a:xfrm>
            <a:off x="877824" y="2282000"/>
            <a:ext cx="2903403" cy="21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it</a:t>
            </a:r>
            <a:endParaRPr lang="en-US" sz="990" dirty="0"/>
          </a:p>
        </p:txBody>
      </p:sp>
      <p:sp>
        <p:nvSpPr>
          <p:cNvPr id="6" name="Text 3"/>
          <p:cNvSpPr txBox="1"/>
          <p:nvPr/>
        </p:nvSpPr>
        <p:spPr>
          <a:xfrm>
            <a:off x="877824" y="2707196"/>
            <a:ext cx="2903403" cy="21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it</a:t>
            </a:r>
            <a:endParaRPr lang="en-US" sz="99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3132392"/>
            <a:ext cx="2903403" cy="21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it</a:t>
            </a:r>
            <a:endParaRPr lang="en-US" sz="990" dirty="0"/>
          </a:p>
        </p:txBody>
      </p:sp>
      <p:sp>
        <p:nvSpPr>
          <p:cNvPr id="8" name="Text 5"/>
          <p:cNvSpPr txBox="1"/>
          <p:nvPr/>
        </p:nvSpPr>
        <p:spPr>
          <a:xfrm>
            <a:off x="877824" y="3557588"/>
            <a:ext cx="2903403" cy="21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it</a:t>
            </a:r>
            <a:endParaRPr lang="en-US" sz="99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2445877"/>
            <a:ext cx="2903403" cy="187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Search, or scan the barcode with your phone camera</a:t>
            </a:r>
            <a:endParaRPr lang="en-US" sz="81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871073"/>
            <a:ext cx="2903403" cy="187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valid-to date and usable range on every tool</a:t>
            </a:r>
            <a:endParaRPr lang="en-US" sz="81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3296269"/>
            <a:ext cx="2903403" cy="187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the cart and send one request</a:t>
            </a:r>
            <a:endParaRPr lang="en-US" sz="810" dirty="0"/>
          </a:p>
        </p:txBody>
      </p:sp>
      <p:sp>
        <p:nvSpPr>
          <p:cNvPr id="12" name="Text 9"/>
          <p:cNvSpPr txBox="1"/>
          <p:nvPr/>
        </p:nvSpPr>
        <p:spPr>
          <a:xfrm>
            <a:off x="877824" y="3721465"/>
            <a:ext cx="2903403" cy="187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 returns are flagged, so nothing goes missing</a:t>
            </a:r>
            <a:endParaRPr lang="en-US" sz="8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stomer Parts table with a delivery to confirm on a 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779008" y="1188720"/>
            <a:ext cx="314041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 &amp; QUALITY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5486400" y="1426464"/>
            <a:ext cx="3456432" cy="750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70"/>
              </a:lnSpc>
              <a:buNone/>
            </a:pPr>
            <a:r>
              <a:rPr lang="en-US" sz="2520" spc="-126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2520" dirty="0"/>
          </a:p>
          <a:p>
            <a:pPr algn="l" indent="0" marL="0">
              <a:lnSpc>
                <a:spcPts val="2570"/>
              </a:lnSpc>
              <a:buNone/>
            </a:pPr>
            <a:r>
              <a:rPr lang="en-US" sz="2520" spc="-126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parts,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164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lot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2E7E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649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lot.</a:t>
            </a:r>
            <a:endParaRPr lang="en-US" sz="2520" dirty="0"/>
          </a:p>
        </p:txBody>
      </p:sp>
      <p:sp>
        <p:nvSpPr>
          <p:cNvPr id="5" name="Text 2"/>
          <p:cNvSpPr txBox="1"/>
          <p:nvPr/>
        </p:nvSpPr>
        <p:spPr>
          <a:xfrm>
            <a:off x="5907024" y="2263140"/>
            <a:ext cx="3002158" cy="21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 status per lot</a:t>
            </a:r>
            <a:endParaRPr lang="en-US" sz="990" dirty="0"/>
          </a:p>
        </p:txBody>
      </p:sp>
      <p:sp>
        <p:nvSpPr>
          <p:cNvPr id="6" name="Text 3"/>
          <p:cNvSpPr txBox="1"/>
          <p:nvPr/>
        </p:nvSpPr>
        <p:spPr>
          <a:xfrm>
            <a:off x="5907024" y="2688336"/>
            <a:ext cx="3002158" cy="21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Aged parts flagged</a:t>
            </a:r>
            <a:endParaRPr lang="en-US" sz="990" dirty="0"/>
          </a:p>
        </p:txBody>
      </p:sp>
      <p:sp>
        <p:nvSpPr>
          <p:cNvPr id="7" name="Text 4"/>
          <p:cNvSpPr txBox="1"/>
          <p:nvPr/>
        </p:nvSpPr>
        <p:spPr>
          <a:xfrm>
            <a:off x="5907024" y="3112389"/>
            <a:ext cx="3002158" cy="21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Deliveries in and out</a:t>
            </a:r>
            <a:endParaRPr lang="en-US" sz="990" dirty="0"/>
          </a:p>
        </p:txBody>
      </p:sp>
      <p:sp>
        <p:nvSpPr>
          <p:cNvPr id="8" name="Text 5"/>
          <p:cNvSpPr txBox="1"/>
          <p:nvPr/>
        </p:nvSpPr>
        <p:spPr>
          <a:xfrm>
            <a:off x="5907024" y="3680889"/>
            <a:ext cx="3002158" cy="21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what really arrived</a:t>
            </a:r>
            <a:endParaRPr lang="en-US" sz="990" dirty="0"/>
          </a:p>
        </p:txBody>
      </p:sp>
      <p:sp>
        <p:nvSpPr>
          <p:cNvPr id="9" name="Text 6"/>
          <p:cNvSpPr txBox="1"/>
          <p:nvPr/>
        </p:nvSpPr>
        <p:spPr>
          <a:xfrm>
            <a:off x="5907024" y="2427018"/>
            <a:ext cx="3002158" cy="187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OK, NG, Sorting and Hold, with the total and the lots</a:t>
            </a:r>
            <a:endParaRPr lang="en-US" sz="810" dirty="0"/>
          </a:p>
        </p:txBody>
      </p:sp>
      <p:sp>
        <p:nvSpPr>
          <p:cNvPr id="10" name="Text 7"/>
          <p:cNvSpPr txBox="1"/>
          <p:nvPr/>
        </p:nvSpPr>
        <p:spPr>
          <a:xfrm>
            <a:off x="5907024" y="2852214"/>
            <a:ext cx="3002158" cy="187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past the aged threshold, red past twice it</a:t>
            </a:r>
            <a:endParaRPr lang="en-US" sz="810" dirty="0"/>
          </a:p>
        </p:txBody>
      </p:sp>
      <p:sp>
        <p:nvSpPr>
          <p:cNvPr id="11" name="Text 8"/>
          <p:cNvSpPr txBox="1"/>
          <p:nvPr/>
        </p:nvSpPr>
        <p:spPr>
          <a:xfrm>
            <a:off x="5907024" y="3276267"/>
            <a:ext cx="3002158" cy="33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parts on one Asset In-Out Form; booked stock is</a:t>
            </a:r>
            <a:endParaRPr lang="en-US" sz="810" dirty="0"/>
          </a:p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reserved</a:t>
            </a:r>
            <a:endParaRPr lang="en-US" sz="810" dirty="0"/>
          </a:p>
        </p:txBody>
      </p:sp>
      <p:sp>
        <p:nvSpPr>
          <p:cNvPr id="12" name="Text 9"/>
          <p:cNvSpPr txBox="1"/>
          <p:nvPr/>
        </p:nvSpPr>
        <p:spPr>
          <a:xfrm>
            <a:off x="5907024" y="3844766"/>
            <a:ext cx="3002158" cy="187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quantities per line; any difference goes in the log</a:t>
            </a:r>
            <a:endParaRPr lang="en-US" sz="8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nsumables and Usage scree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88720"/>
            <a:ext cx="3239171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 &amp; QUALITY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426464"/>
            <a:ext cx="3555187" cy="750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70"/>
              </a:lnSpc>
              <a:buNone/>
            </a:pPr>
            <a:r>
              <a:rPr lang="en-US" sz="2520" spc="-126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problems before</a:t>
            </a:r>
            <a:endParaRPr lang="en-US" sz="2520" dirty="0"/>
          </a:p>
          <a:p>
            <a:pPr algn="l" indent="0" marL="0">
              <a:lnSpc>
                <a:spcPts val="2570"/>
              </a:lnSpc>
              <a:buNone/>
            </a:pPr>
            <a:r>
              <a:rPr lang="en-US" sz="2520" spc="-126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1C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become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589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findings.</a:t>
            </a:r>
            <a:endParaRPr lang="en-US" sz="2520" dirty="0"/>
          </a:p>
        </p:txBody>
      </p:sp>
      <p:sp>
        <p:nvSpPr>
          <p:cNvPr id="5" name="Text 2"/>
          <p:cNvSpPr txBox="1"/>
          <p:nvPr/>
        </p:nvSpPr>
        <p:spPr>
          <a:xfrm>
            <a:off x="877824" y="2263140"/>
            <a:ext cx="3100913" cy="21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run-out</a:t>
            </a:r>
            <a:endParaRPr lang="en-US" sz="990" dirty="0"/>
          </a:p>
        </p:txBody>
      </p:sp>
      <p:sp>
        <p:nvSpPr>
          <p:cNvPr id="6" name="Text 3"/>
          <p:cNvSpPr txBox="1"/>
          <p:nvPr/>
        </p:nvSpPr>
        <p:spPr>
          <a:xfrm>
            <a:off x="877824" y="2688336"/>
            <a:ext cx="3100913" cy="21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against the usual</a:t>
            </a:r>
            <a:endParaRPr lang="en-US" sz="99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3113532"/>
            <a:ext cx="3100913" cy="21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 and alerts</a:t>
            </a:r>
            <a:endParaRPr lang="en-US" sz="990" dirty="0"/>
          </a:p>
        </p:txBody>
      </p:sp>
      <p:sp>
        <p:nvSpPr>
          <p:cNvPr id="8" name="Text 5"/>
          <p:cNvSpPr txBox="1"/>
          <p:nvPr/>
        </p:nvSpPr>
        <p:spPr>
          <a:xfrm>
            <a:off x="877824" y="3538728"/>
            <a:ext cx="3100913" cy="213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 for ISO 9001</a:t>
            </a:r>
            <a:endParaRPr lang="en-US" sz="99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2427018"/>
            <a:ext cx="3100913" cy="187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stock and spikes in demand, per warehouse</a:t>
            </a:r>
            <a:endParaRPr lang="en-US" sz="81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852214"/>
            <a:ext cx="3100913" cy="187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site and engineer, exported to Excel</a:t>
            </a:r>
            <a:endParaRPr lang="en-US" sz="81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3277410"/>
            <a:ext cx="3100913" cy="187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To-Do queue, with phone notifications</a:t>
            </a:r>
            <a:endParaRPr lang="en-US" sz="810" dirty="0"/>
          </a:p>
        </p:txBody>
      </p:sp>
      <p:sp>
        <p:nvSpPr>
          <p:cNvPr id="12" name="Text 9"/>
          <p:cNvSpPr txBox="1"/>
          <p:nvPr/>
        </p:nvSpPr>
        <p:spPr>
          <a:xfrm>
            <a:off x="877824" y="3702606"/>
            <a:ext cx="3100913" cy="187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changed what, and when</a:t>
            </a:r>
            <a:endParaRPr lang="en-US" sz="8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R codes and app icons for both ap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88720"/>
            <a:ext cx="314041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YOUR PHONE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444752"/>
            <a:ext cx="3456432" cy="943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30"/>
              </a:lnSpc>
              <a:buNone/>
            </a:pPr>
            <a:r>
              <a:rPr lang="en-US" sz="3170" spc="-158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apps fit in</a:t>
            </a:r>
            <a:endParaRPr lang="en-US" sz="3170" dirty="0"/>
          </a:p>
          <a:p>
            <a:pPr algn="l" indent="0" marL="0">
              <a:lnSpc>
                <a:spcPts val="3230"/>
              </a:lnSpc>
              <a:buNone/>
            </a:pPr>
            <a:r>
              <a:rPr lang="en-US" sz="3170" b="1" spc="-158" kern="0" dirty="0">
                <a:solidFill>
                  <a:srgbClr val="185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</a:t>
            </a:r>
            <a:pPr algn="l" indent="0" marL="0">
              <a:lnSpc>
                <a:spcPts val="3230"/>
              </a:lnSpc>
              <a:buNone/>
            </a:pPr>
            <a:r>
              <a:rPr lang="en-US" sz="3170" b="1" spc="-158" kern="0" dirty="0">
                <a:solidFill>
                  <a:srgbClr val="509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pocket.</a:t>
            </a:r>
            <a:endParaRPr lang="en-US" sz="317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430018"/>
            <a:ext cx="3456432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app has its own phone layout and installs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browser like a native app. No app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needed.</a:t>
            </a:r>
            <a:endParaRPr lang="en-US" sz="108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248406"/>
            <a:ext cx="335768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370" b="1" spc="-41" kern="0" dirty="0">
                <a:solidFill>
                  <a:srgbClr val="206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7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731038"/>
            <a:ext cx="335768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370" b="1" spc="-41" kern="0" dirty="0">
                <a:solidFill>
                  <a:srgbClr val="256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7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054650"/>
            <a:ext cx="335768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370" b="1" spc="-41" kern="0" dirty="0">
                <a:solidFill>
                  <a:srgbClr val="256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7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284982"/>
            <a:ext cx="3012034" cy="365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6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</a:t>
            </a:r>
            <a:pPr algn="l" indent="0" marL="0">
              <a:lnSpc>
                <a:spcPts val="1250"/>
              </a:lnSpc>
              <a:buNone/>
            </a:pPr>
            <a:r>
              <a:rPr lang="en-US" sz="8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code and sign in with your @trigo-group.com</a:t>
            </a:r>
            <a:endParaRPr lang="en-US" sz="86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8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email.</a:t>
            </a:r>
            <a:endParaRPr lang="en-US" sz="86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767614"/>
            <a:ext cx="3012034" cy="20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6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iPhone:</a:t>
            </a:r>
            <a:pPr algn="l" indent="0" marL="0">
              <a:lnSpc>
                <a:spcPts val="1250"/>
              </a:lnSpc>
              <a:buNone/>
            </a:pPr>
            <a:r>
              <a:rPr lang="en-US" sz="8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Safari tap Share, then Add to Home Screen.</a:t>
            </a:r>
            <a:endParaRPr lang="en-US" sz="86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091226"/>
            <a:ext cx="3012034" cy="20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6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Android:</a:t>
            </a:r>
            <a:pPr algn="l" indent="0" marL="0">
              <a:lnSpc>
                <a:spcPts val="1250"/>
              </a:lnSpc>
              <a:buNone/>
            </a:pPr>
            <a:r>
              <a:rPr lang="en-US" sz="8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Chrome tap the menu, then Install app.</a:t>
            </a:r>
            <a:endParaRPr lang="en-US" sz="860" dirty="0"/>
          </a:p>
        </p:txBody>
      </p:sp>
      <p:sp>
        <p:nvSpPr>
          <p:cNvPr id="12" name="Text 9"/>
          <p:cNvSpPr txBox="1"/>
          <p:nvPr/>
        </p:nvSpPr>
        <p:spPr>
          <a:xfrm>
            <a:off x="4533567" y="1865376"/>
            <a:ext cx="1307581" cy="313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20" b="1" spc="-31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Manpower Board</a:t>
            </a:r>
            <a:endParaRPr lang="en-US" sz="1220" dirty="0"/>
          </a:p>
        </p:txBody>
      </p:sp>
      <p:sp>
        <p:nvSpPr>
          <p:cNvPr id="13" name="Text 10"/>
          <p:cNvSpPr txBox="1"/>
          <p:nvPr/>
        </p:nvSpPr>
        <p:spPr>
          <a:xfrm>
            <a:off x="6899862" y="1865376"/>
            <a:ext cx="1450004" cy="313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20" b="1" spc="-31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&amp; Quality</a:t>
            </a:r>
            <a:endParaRPr lang="en-US" sz="1220" dirty="0"/>
          </a:p>
        </p:txBody>
      </p:sp>
      <p:sp>
        <p:nvSpPr>
          <p:cNvPr id="14" name="Text 11"/>
          <p:cNvSpPr txBox="1"/>
          <p:nvPr/>
        </p:nvSpPr>
        <p:spPr>
          <a:xfrm>
            <a:off x="5409819" y="4389120"/>
            <a:ext cx="1074426" cy="283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9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Installable app (PWA)</a:t>
            </a:r>
            <a:endParaRPr lang="en-US" sz="790" dirty="0"/>
          </a:p>
        </p:txBody>
      </p:sp>
      <p:sp>
        <p:nvSpPr>
          <p:cNvPr id="15" name="Text 12"/>
          <p:cNvSpPr txBox="1"/>
          <p:nvPr/>
        </p:nvSpPr>
        <p:spPr>
          <a:xfrm>
            <a:off x="6871145" y="4389120"/>
            <a:ext cx="661043" cy="283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9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layout</a:t>
            </a:r>
            <a:endParaRPr lang="en-US" sz="790" dirty="0"/>
          </a:p>
        </p:txBody>
      </p:sp>
      <p:sp>
        <p:nvSpPr>
          <p:cNvPr id="16" name="Text 13"/>
          <p:cNvSpPr txBox="1"/>
          <p:nvPr/>
        </p:nvSpPr>
        <p:spPr>
          <a:xfrm>
            <a:off x="4225911" y="3761327"/>
            <a:ext cx="18258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60"/>
              </a:lnSpc>
              <a:buNone/>
            </a:pPr>
            <a:r>
              <a:rPr lang="en-US" sz="720" dirty="0">
                <a:solidFill>
                  <a:srgbClr val="0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trigoth-manpowerboard.netlify.app</a:t>
            </a:r>
            <a:endParaRPr lang="en-US" sz="720" dirty="0"/>
          </a:p>
        </p:txBody>
      </p:sp>
      <p:sp>
        <p:nvSpPr>
          <p:cNvPr id="17" name="Text 14"/>
          <p:cNvSpPr txBox="1"/>
          <p:nvPr/>
        </p:nvSpPr>
        <p:spPr>
          <a:xfrm>
            <a:off x="6825630" y="3761327"/>
            <a:ext cx="14912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60"/>
              </a:lnSpc>
              <a:buNone/>
            </a:pPr>
            <a:r>
              <a:rPr lang="en-US" sz="720" dirty="0">
                <a:solidFill>
                  <a:srgbClr val="0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trigoth-inventory.pages.dev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 apps intro deck</dc:title>
  <dc:subject>PptxGenJS Presentation</dc:subject>
  <dc:creator>TRIGO Quality Services Thailand</dc:creator>
  <cp:lastModifiedBy>TRIGO Quality Services Thailand</cp:lastModifiedBy>
  <cp:revision>1</cp:revision>
  <dcterms:created xsi:type="dcterms:W3CDTF">2026-10-16T17:14:23Z</dcterms:created>
  <dcterms:modified xsi:type="dcterms:W3CDTF">2026-10-16T17:14:23Z</dcterms:modified>
</cp:coreProperties>
</file>